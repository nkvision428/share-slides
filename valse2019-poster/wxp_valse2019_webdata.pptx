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51120675" cy="35999738"/>
  <p:notesSz cx="6858000" cy="9144000"/>
  <p:defaultTextStyle>
    <a:defPPr>
      <a:defRPr lang="en-US"/>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11402">
          <p15:clr>
            <a:srgbClr val="A4A3A4"/>
          </p15:clr>
        </p15:guide>
        <p15:guide id="2" pos="1614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6C01"/>
    <a:srgbClr val="5AC2EE"/>
    <a:srgbClr val="0262AF"/>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394"/>
  </p:normalViewPr>
  <p:slideViewPr>
    <p:cSldViewPr showGuides="1">
      <p:cViewPr varScale="1">
        <p:scale>
          <a:sx n="20" d="100"/>
          <a:sy n="20" d="100"/>
        </p:scale>
        <p:origin x="1002" y="18"/>
      </p:cViewPr>
      <p:guideLst>
        <p:guide orient="horz" pos="11402"/>
        <p:guide pos="16146"/>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129895-4E67-4B87-BD86-57C55389ECC2}" type="datetimeFigureOut">
              <a:rPr lang="zh-CN" altLang="en-US" smtClean="0"/>
              <a:t>2019/4/8</a:t>
            </a:fld>
            <a:endParaRPr lang="zh-CN" altLang="en-US"/>
          </a:p>
        </p:txBody>
      </p:sp>
      <p:sp>
        <p:nvSpPr>
          <p:cNvPr id="4" name="幻灯片图像占位符 3"/>
          <p:cNvSpPr>
            <a:spLocks noGrp="1" noRot="1" noChangeAspect="1"/>
          </p:cNvSpPr>
          <p:nvPr>
            <p:ph type="sldImg" idx="2"/>
          </p:nvPr>
        </p:nvSpPr>
        <p:spPr>
          <a:xfrm>
            <a:off x="1238250" y="1143000"/>
            <a:ext cx="43815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06774D-7279-41BB-B1F5-00C383FA9290}" type="slidenum">
              <a:rPr lang="zh-CN" altLang="en-US" smtClean="0"/>
              <a:t>‹#›</a:t>
            </a:fld>
            <a:endParaRPr lang="zh-CN" altLang="en-US"/>
          </a:p>
        </p:txBody>
      </p:sp>
    </p:spTree>
    <p:extLst>
      <p:ext uri="{BB962C8B-B14F-4D97-AF65-F5344CB8AC3E}">
        <p14:creationId xmlns:p14="http://schemas.microsoft.com/office/powerpoint/2010/main" val="2692853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A06774D-7279-41BB-B1F5-00C383FA9290}" type="slidenum">
              <a:rPr lang="zh-CN" altLang="en-US" smtClean="0"/>
              <a:t>1</a:t>
            </a:fld>
            <a:endParaRPr lang="zh-CN" altLang="en-US"/>
          </a:p>
        </p:txBody>
      </p:sp>
    </p:spTree>
    <p:extLst>
      <p:ext uri="{BB962C8B-B14F-4D97-AF65-F5344CB8AC3E}">
        <p14:creationId xmlns:p14="http://schemas.microsoft.com/office/powerpoint/2010/main" val="23126679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3834051" y="5891626"/>
            <a:ext cx="43452574" cy="12533242"/>
          </a:xfrm>
        </p:spPr>
        <p:txBody>
          <a:bodyPr anchor="b"/>
          <a:lstStyle>
            <a:lvl1pPr algn="ctr">
              <a:defRPr sz="31495"/>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6390085" y="18908198"/>
            <a:ext cx="38340506" cy="8691601"/>
          </a:xfrm>
        </p:spPr>
        <p:txBody>
          <a:bodyPr/>
          <a:lstStyle>
            <a:lvl1pPr marL="0" indent="0" algn="ctr">
              <a:buNone/>
              <a:defRPr sz="12600"/>
            </a:lvl1pPr>
            <a:lvl2pPr marL="2399665" indent="0" algn="ctr">
              <a:buNone/>
              <a:defRPr sz="10500"/>
            </a:lvl2pPr>
            <a:lvl3pPr marL="4799965" indent="0" algn="ctr">
              <a:buNone/>
              <a:defRPr sz="9450"/>
            </a:lvl3pPr>
            <a:lvl4pPr marL="7199630" indent="0" algn="ctr">
              <a:buNone/>
              <a:defRPr sz="8400"/>
            </a:lvl4pPr>
            <a:lvl5pPr marL="9599930" indent="0" algn="ctr">
              <a:buNone/>
              <a:defRPr sz="8400"/>
            </a:lvl5pPr>
            <a:lvl6pPr marL="11999595" indent="0" algn="ctr">
              <a:buNone/>
              <a:defRPr sz="8400"/>
            </a:lvl6pPr>
            <a:lvl7pPr marL="14399895" indent="0" algn="ctr">
              <a:buNone/>
              <a:defRPr sz="8400"/>
            </a:lvl7pPr>
            <a:lvl8pPr marL="16799560" indent="0" algn="ctr">
              <a:buNone/>
              <a:defRPr sz="8400"/>
            </a:lvl8pPr>
            <a:lvl9pPr marL="19199860" indent="0" algn="ctr">
              <a:buNone/>
              <a:defRPr sz="8400"/>
            </a:lvl9pPr>
          </a:lstStyle>
          <a:p>
            <a:r>
              <a:rPr lang="zh-CN" altLang="en-US"/>
              <a:t>单击以编辑母版副标题样式</a:t>
            </a:r>
            <a:endParaRPr lang="en-US" dirty="0"/>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3487924" y="8974945"/>
            <a:ext cx="44091582" cy="14974888"/>
          </a:xfrm>
        </p:spPr>
        <p:txBody>
          <a:bodyPr anchor="b"/>
          <a:lstStyle>
            <a:lvl1pPr>
              <a:defRPr sz="31495"/>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3487924" y="24091502"/>
            <a:ext cx="44091582" cy="7874940"/>
          </a:xfrm>
        </p:spPr>
        <p:txBody>
          <a:bodyPr/>
          <a:lstStyle>
            <a:lvl1pPr marL="0" indent="0">
              <a:buNone/>
              <a:defRPr sz="12600">
                <a:solidFill>
                  <a:schemeClr val="tx1"/>
                </a:solidFill>
              </a:defRPr>
            </a:lvl1pPr>
            <a:lvl2pPr marL="2399665" indent="0">
              <a:buNone/>
              <a:defRPr sz="10500">
                <a:solidFill>
                  <a:schemeClr val="tx1">
                    <a:tint val="75000"/>
                  </a:schemeClr>
                </a:solidFill>
              </a:defRPr>
            </a:lvl2pPr>
            <a:lvl3pPr marL="4799965" indent="0">
              <a:buNone/>
              <a:defRPr sz="9450">
                <a:solidFill>
                  <a:schemeClr val="tx1">
                    <a:tint val="75000"/>
                  </a:schemeClr>
                </a:solidFill>
              </a:defRPr>
            </a:lvl3pPr>
            <a:lvl4pPr marL="7199630" indent="0">
              <a:buNone/>
              <a:defRPr sz="8400">
                <a:solidFill>
                  <a:schemeClr val="tx1">
                    <a:tint val="75000"/>
                  </a:schemeClr>
                </a:solidFill>
              </a:defRPr>
            </a:lvl4pPr>
            <a:lvl5pPr marL="9599930" indent="0">
              <a:buNone/>
              <a:defRPr sz="8400">
                <a:solidFill>
                  <a:schemeClr val="tx1">
                    <a:tint val="75000"/>
                  </a:schemeClr>
                </a:solidFill>
              </a:defRPr>
            </a:lvl5pPr>
            <a:lvl6pPr marL="11999595" indent="0">
              <a:buNone/>
              <a:defRPr sz="8400">
                <a:solidFill>
                  <a:schemeClr val="tx1">
                    <a:tint val="75000"/>
                  </a:schemeClr>
                </a:solidFill>
              </a:defRPr>
            </a:lvl6pPr>
            <a:lvl7pPr marL="14399895" indent="0">
              <a:buNone/>
              <a:defRPr sz="8400">
                <a:solidFill>
                  <a:schemeClr val="tx1">
                    <a:tint val="75000"/>
                  </a:schemeClr>
                </a:solidFill>
              </a:defRPr>
            </a:lvl7pPr>
            <a:lvl8pPr marL="16799560" indent="0">
              <a:buNone/>
              <a:defRPr sz="8400">
                <a:solidFill>
                  <a:schemeClr val="tx1">
                    <a:tint val="75000"/>
                  </a:schemeClr>
                </a:solidFill>
              </a:defRPr>
            </a:lvl8pPr>
            <a:lvl9pPr marL="19199860" indent="0">
              <a:buNone/>
              <a:defRPr sz="84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3514546" y="9583264"/>
            <a:ext cx="21726287" cy="2284150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25879842" y="9583264"/>
            <a:ext cx="21726287" cy="2284150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3521205" y="1916661"/>
            <a:ext cx="44091582" cy="6958285"/>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3521211" y="8824938"/>
            <a:ext cx="21626438" cy="4324966"/>
          </a:xfrm>
        </p:spPr>
        <p:txBody>
          <a:bodyPr anchor="b"/>
          <a:lstStyle>
            <a:lvl1pPr marL="0" indent="0">
              <a:buNone/>
              <a:defRPr sz="12600" b="1"/>
            </a:lvl1pPr>
            <a:lvl2pPr marL="2399665" indent="0">
              <a:buNone/>
              <a:defRPr sz="10500" b="1"/>
            </a:lvl2pPr>
            <a:lvl3pPr marL="4799965" indent="0">
              <a:buNone/>
              <a:defRPr sz="9450" b="1"/>
            </a:lvl3pPr>
            <a:lvl4pPr marL="7199630" indent="0">
              <a:buNone/>
              <a:defRPr sz="8400" b="1"/>
            </a:lvl4pPr>
            <a:lvl5pPr marL="9599930" indent="0">
              <a:buNone/>
              <a:defRPr sz="8400" b="1"/>
            </a:lvl5pPr>
            <a:lvl6pPr marL="11999595" indent="0">
              <a:buNone/>
              <a:defRPr sz="8400" b="1"/>
            </a:lvl6pPr>
            <a:lvl7pPr marL="14399895" indent="0">
              <a:buNone/>
              <a:defRPr sz="8400" b="1"/>
            </a:lvl7pPr>
            <a:lvl8pPr marL="16799560" indent="0">
              <a:buNone/>
              <a:defRPr sz="8400" b="1"/>
            </a:lvl8pPr>
            <a:lvl9pPr marL="19199860" indent="0">
              <a:buNone/>
              <a:defRPr sz="8400" b="1"/>
            </a:lvl9pPr>
          </a:lstStyle>
          <a:p>
            <a:pPr lvl="0"/>
            <a:r>
              <a:rPr lang="zh-CN" altLang="en-US"/>
              <a:t>编辑母版文本样式</a:t>
            </a:r>
          </a:p>
        </p:txBody>
      </p:sp>
      <p:sp>
        <p:nvSpPr>
          <p:cNvPr id="4" name="Content Placeholder 3"/>
          <p:cNvSpPr>
            <a:spLocks noGrp="1"/>
          </p:cNvSpPr>
          <p:nvPr>
            <p:ph sz="half" idx="2" hasCustomPrompt="1"/>
          </p:nvPr>
        </p:nvSpPr>
        <p:spPr>
          <a:xfrm>
            <a:off x="3521211" y="13149904"/>
            <a:ext cx="21626438" cy="1934152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25879845" y="8824938"/>
            <a:ext cx="21732945" cy="4324966"/>
          </a:xfrm>
        </p:spPr>
        <p:txBody>
          <a:bodyPr anchor="b"/>
          <a:lstStyle>
            <a:lvl1pPr marL="0" indent="0">
              <a:buNone/>
              <a:defRPr sz="12600" b="1"/>
            </a:lvl1pPr>
            <a:lvl2pPr marL="2399665" indent="0">
              <a:buNone/>
              <a:defRPr sz="10500" b="1"/>
            </a:lvl2pPr>
            <a:lvl3pPr marL="4799965" indent="0">
              <a:buNone/>
              <a:defRPr sz="9450" b="1"/>
            </a:lvl3pPr>
            <a:lvl4pPr marL="7199630" indent="0">
              <a:buNone/>
              <a:defRPr sz="8400" b="1"/>
            </a:lvl4pPr>
            <a:lvl5pPr marL="9599930" indent="0">
              <a:buNone/>
              <a:defRPr sz="8400" b="1"/>
            </a:lvl5pPr>
            <a:lvl6pPr marL="11999595" indent="0">
              <a:buNone/>
              <a:defRPr sz="8400" b="1"/>
            </a:lvl6pPr>
            <a:lvl7pPr marL="14399895" indent="0">
              <a:buNone/>
              <a:defRPr sz="8400" b="1"/>
            </a:lvl7pPr>
            <a:lvl8pPr marL="16799560" indent="0">
              <a:buNone/>
              <a:defRPr sz="8400" b="1"/>
            </a:lvl8pPr>
            <a:lvl9pPr marL="19199860" indent="0">
              <a:buNone/>
              <a:defRPr sz="8400" b="1"/>
            </a:lvl9pPr>
          </a:lstStyle>
          <a:p>
            <a:pPr lvl="0"/>
            <a:r>
              <a:rPr lang="zh-CN" altLang="en-US"/>
              <a:t>编辑母版文本样式</a:t>
            </a:r>
          </a:p>
        </p:txBody>
      </p:sp>
      <p:sp>
        <p:nvSpPr>
          <p:cNvPr id="6" name="Content Placeholder 5"/>
          <p:cNvSpPr>
            <a:spLocks noGrp="1"/>
          </p:cNvSpPr>
          <p:nvPr>
            <p:ph sz="quarter" idx="4" hasCustomPrompt="1"/>
          </p:nvPr>
        </p:nvSpPr>
        <p:spPr>
          <a:xfrm>
            <a:off x="25879845" y="13149904"/>
            <a:ext cx="21732945" cy="1934152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日期占位符 6"/>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日期占位符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3521205" y="2399982"/>
            <a:ext cx="16487748" cy="8399939"/>
          </a:xfrm>
        </p:spPr>
        <p:txBody>
          <a:bodyPr anchor="b"/>
          <a:lstStyle>
            <a:lvl1pPr>
              <a:defRPr sz="168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21732945" y="5183304"/>
            <a:ext cx="25879842" cy="25583147"/>
          </a:xfrm>
        </p:spPr>
        <p:txBody>
          <a:bodyPr/>
          <a:lstStyle>
            <a:lvl1pPr>
              <a:defRPr sz="16800"/>
            </a:lvl1pPr>
            <a:lvl2pPr>
              <a:defRPr sz="14700"/>
            </a:lvl2pPr>
            <a:lvl3pPr>
              <a:defRPr sz="12600"/>
            </a:lvl3pPr>
            <a:lvl4pPr>
              <a:defRPr sz="10500"/>
            </a:lvl4pPr>
            <a:lvl5pPr>
              <a:defRPr sz="10500"/>
            </a:lvl5pPr>
            <a:lvl6pPr>
              <a:defRPr sz="10500"/>
            </a:lvl6pPr>
            <a:lvl7pPr>
              <a:defRPr sz="10500"/>
            </a:lvl7pPr>
            <a:lvl8pPr>
              <a:defRPr sz="10500"/>
            </a:lvl8pPr>
            <a:lvl9pPr>
              <a:defRPr sz="10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3521205" y="10799922"/>
            <a:ext cx="16487748" cy="20008190"/>
          </a:xfrm>
        </p:spPr>
        <p:txBody>
          <a:bodyPr/>
          <a:lstStyle>
            <a:lvl1pPr marL="0" indent="0">
              <a:buNone/>
              <a:defRPr sz="8400"/>
            </a:lvl1pPr>
            <a:lvl2pPr marL="2399665" indent="0">
              <a:buNone/>
              <a:defRPr sz="7350"/>
            </a:lvl2pPr>
            <a:lvl3pPr marL="4799965" indent="0">
              <a:buNone/>
              <a:defRPr sz="6300"/>
            </a:lvl3pPr>
            <a:lvl4pPr marL="7199630" indent="0">
              <a:buNone/>
              <a:defRPr sz="5250"/>
            </a:lvl4pPr>
            <a:lvl5pPr marL="9599930" indent="0">
              <a:buNone/>
              <a:defRPr sz="5250"/>
            </a:lvl5pPr>
            <a:lvl6pPr marL="11999595" indent="0">
              <a:buNone/>
              <a:defRPr sz="5250"/>
            </a:lvl6pPr>
            <a:lvl7pPr marL="14399895" indent="0">
              <a:buNone/>
              <a:defRPr sz="5250"/>
            </a:lvl7pPr>
            <a:lvl8pPr marL="16799560" indent="0">
              <a:buNone/>
              <a:defRPr sz="5250"/>
            </a:lvl8pPr>
            <a:lvl9pPr marL="19199860" indent="0">
              <a:buNone/>
              <a:defRPr sz="525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3521205" y="2399982"/>
            <a:ext cx="16487748" cy="8399939"/>
          </a:xfrm>
        </p:spPr>
        <p:txBody>
          <a:bodyPr anchor="b"/>
          <a:lstStyle>
            <a:lvl1pPr>
              <a:defRPr sz="168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1732945" y="5183304"/>
            <a:ext cx="25879842" cy="25583147"/>
          </a:xfrm>
        </p:spPr>
        <p:txBody>
          <a:bodyPr vert="horz" wrap="square" lIns="91440" tIns="45720" rIns="91440" bIns="45720" numCol="1" rtlCol="0" anchor="t" anchorCtr="0" compatLnSpc="1">
            <a:normAutofit/>
          </a:bodyPr>
          <a:lstStyle>
            <a:lvl1pPr marL="0" indent="0">
              <a:buNone/>
              <a:defRPr sz="16800"/>
            </a:lvl1pPr>
            <a:lvl2pPr marL="2399665" indent="0">
              <a:buNone/>
              <a:defRPr sz="14700"/>
            </a:lvl2pPr>
            <a:lvl3pPr marL="4799965" indent="0">
              <a:buNone/>
              <a:defRPr sz="12600"/>
            </a:lvl3pPr>
            <a:lvl4pPr marL="7199630" indent="0">
              <a:buNone/>
              <a:defRPr sz="10500"/>
            </a:lvl4pPr>
            <a:lvl5pPr marL="9599930" indent="0">
              <a:buNone/>
              <a:defRPr sz="10500"/>
            </a:lvl5pPr>
            <a:lvl6pPr marL="11999595" indent="0">
              <a:buNone/>
              <a:defRPr sz="10500"/>
            </a:lvl6pPr>
            <a:lvl7pPr marL="14399895" indent="0">
              <a:buNone/>
              <a:defRPr sz="10500"/>
            </a:lvl7pPr>
            <a:lvl8pPr marL="16799560" indent="0">
              <a:buNone/>
              <a:defRPr sz="10500"/>
            </a:lvl8pPr>
            <a:lvl9pPr marL="19199860" indent="0">
              <a:buNone/>
              <a:defRPr sz="10500"/>
            </a:lvl9pPr>
          </a:lstStyle>
          <a:p>
            <a:pPr marL="0" marR="0" lvl="0" indent="0" algn="l" defTabSz="4798695" rtl="0" eaLnBrk="0" fontAlgn="base" latinLnBrk="0" hangingPunct="0">
              <a:lnSpc>
                <a:spcPct val="90000"/>
              </a:lnSpc>
              <a:spcBef>
                <a:spcPts val="5250"/>
              </a:spcBef>
              <a:spcAft>
                <a:spcPct val="0"/>
              </a:spcAft>
              <a:buClrTx/>
              <a:buSzTx/>
              <a:buFont typeface="Arial" panose="020B0604020202020204" pitchFamily="34" charset="0"/>
              <a:buNone/>
              <a:defRPr/>
            </a:pPr>
            <a:r>
              <a:rPr kumimoji="0" lang="zh-CN" altLang="en-US" sz="168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en-US" sz="168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hasCustomPrompt="1"/>
          </p:nvPr>
        </p:nvSpPr>
        <p:spPr>
          <a:xfrm>
            <a:off x="3521205" y="10799922"/>
            <a:ext cx="16487748" cy="20008190"/>
          </a:xfrm>
        </p:spPr>
        <p:txBody>
          <a:bodyPr/>
          <a:lstStyle>
            <a:lvl1pPr marL="0" indent="0">
              <a:buNone/>
              <a:defRPr sz="8400"/>
            </a:lvl1pPr>
            <a:lvl2pPr marL="2399665" indent="0">
              <a:buNone/>
              <a:defRPr sz="7350"/>
            </a:lvl2pPr>
            <a:lvl3pPr marL="4799965" indent="0">
              <a:buNone/>
              <a:defRPr sz="6300"/>
            </a:lvl3pPr>
            <a:lvl4pPr marL="7199630" indent="0">
              <a:buNone/>
              <a:defRPr sz="5250"/>
            </a:lvl4pPr>
            <a:lvl5pPr marL="9599930" indent="0">
              <a:buNone/>
              <a:defRPr sz="5250"/>
            </a:lvl5pPr>
            <a:lvl6pPr marL="11999595" indent="0">
              <a:buNone/>
              <a:defRPr sz="5250"/>
            </a:lvl6pPr>
            <a:lvl7pPr marL="14399895" indent="0">
              <a:buNone/>
              <a:defRPr sz="5250"/>
            </a:lvl7pPr>
            <a:lvl8pPr marL="16799560" indent="0">
              <a:buNone/>
              <a:defRPr sz="5250"/>
            </a:lvl8pPr>
            <a:lvl9pPr marL="19199860" indent="0">
              <a:buNone/>
              <a:defRPr sz="525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6583236" y="1916653"/>
            <a:ext cx="11022896" cy="3050811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3514549" y="1916653"/>
            <a:ext cx="32429678" cy="30508114"/>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3514725" y="1916113"/>
            <a:ext cx="44091225" cy="6959600"/>
          </a:xfrm>
          <a:prstGeom prst="rect">
            <a:avLst/>
          </a:prstGeom>
          <a:noFill/>
          <a:ln w="9525">
            <a:noFill/>
          </a:ln>
        </p:spPr>
        <p:txBody>
          <a:bodyPr anchor="ctr"/>
          <a:lstStyle/>
          <a:p>
            <a:pPr lvl="0"/>
            <a:r>
              <a:rPr lang="zh-CN" altLang="en-US" dirty="0"/>
              <a:t>单击此处编辑母版标题样式</a:t>
            </a:r>
          </a:p>
        </p:txBody>
      </p:sp>
      <p:sp>
        <p:nvSpPr>
          <p:cNvPr id="1027" name="Text Placeholder 2"/>
          <p:cNvSpPr>
            <a:spLocks noGrp="1"/>
          </p:cNvSpPr>
          <p:nvPr>
            <p:ph type="body" idx="1"/>
          </p:nvPr>
        </p:nvSpPr>
        <p:spPr>
          <a:xfrm>
            <a:off x="3514725" y="9583738"/>
            <a:ext cx="44091225" cy="22840950"/>
          </a:xfrm>
          <a:prstGeom prst="rect">
            <a:avLst/>
          </a:prstGeom>
          <a:noFill/>
          <a:ln w="9525">
            <a:noFill/>
          </a:ln>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Date Placeholder 3"/>
          <p:cNvSpPr>
            <a:spLocks noGrp="1"/>
          </p:cNvSpPr>
          <p:nvPr>
            <p:ph type="dt" sz="half" idx="2"/>
          </p:nvPr>
        </p:nvSpPr>
        <p:spPr>
          <a:xfrm>
            <a:off x="3514725" y="33366075"/>
            <a:ext cx="11501438" cy="1917700"/>
          </a:xfrm>
          <a:prstGeom prst="rect">
            <a:avLst/>
          </a:prstGeom>
        </p:spPr>
        <p:txBody>
          <a:bodyPr vert="horz" lIns="91440" tIns="45720" rIns="91440" bIns="45720" rtlCol="0" anchor="ctr"/>
          <a:lstStyle>
            <a:lvl1pPr algn="l" eaLnBrk="1" fontAlgn="auto" hangingPunct="1">
              <a:spcBef>
                <a:spcPts val="0"/>
              </a:spcBef>
              <a:spcAft>
                <a:spcPts val="0"/>
              </a:spcAft>
              <a:defRPr sz="6300">
                <a:solidFill>
                  <a:schemeClr val="tx1">
                    <a:tint val="75000"/>
                  </a:schemeClr>
                </a:solidFill>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16933863" y="33366075"/>
            <a:ext cx="17252950" cy="1917700"/>
          </a:xfrm>
          <a:prstGeom prst="rect">
            <a:avLst/>
          </a:prstGeom>
        </p:spPr>
        <p:txBody>
          <a:bodyPr vert="horz" lIns="91440" tIns="45720" rIns="91440" bIns="45720" rtlCol="0" anchor="ctr"/>
          <a:lstStyle>
            <a:lvl1pPr algn="ctr" eaLnBrk="1" fontAlgn="auto" hangingPunct="1">
              <a:spcBef>
                <a:spcPts val="0"/>
              </a:spcBef>
              <a:spcAft>
                <a:spcPts val="0"/>
              </a:spcAft>
              <a:defRPr sz="6300">
                <a:solidFill>
                  <a:schemeClr val="tx1">
                    <a:tint val="75000"/>
                  </a:schemeClr>
                </a:solidFill>
                <a:latin typeface="+mn-lt"/>
              </a:defRPr>
            </a:lvl1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36104513" y="33366075"/>
            <a:ext cx="11501438" cy="1917700"/>
          </a:xfrm>
          <a:prstGeom prst="rect">
            <a:avLst/>
          </a:prstGeom>
        </p:spPr>
        <p:txBody>
          <a:bodyPr vert="horz" lIns="91440" tIns="45720" rIns="91440" bIns="45720" rtlCol="0" anchor="ctr"/>
          <a:lstStyle>
            <a:lvl1pPr algn="r" eaLnBrk="1" fontAlgn="auto" hangingPunct="1">
              <a:spcBef>
                <a:spcPts val="0"/>
              </a:spcBef>
              <a:spcAft>
                <a:spcPts val="0"/>
              </a:spcAft>
              <a:defRPr sz="6300">
                <a:solidFill>
                  <a:schemeClr val="tx1">
                    <a:tint val="75000"/>
                  </a:schemeClr>
                </a:solidFill>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4798695" rtl="0" eaLnBrk="0" fontAlgn="base" hangingPunct="0">
        <a:lnSpc>
          <a:spcPct val="90000"/>
        </a:lnSpc>
        <a:spcBef>
          <a:spcPct val="0"/>
        </a:spcBef>
        <a:spcAft>
          <a:spcPct val="0"/>
        </a:spcAft>
        <a:defRPr sz="23000" kern="1200">
          <a:solidFill>
            <a:schemeClr val="tx1"/>
          </a:solidFill>
          <a:latin typeface="+mj-lt"/>
          <a:ea typeface="+mj-ea"/>
          <a:cs typeface="+mj-cs"/>
        </a:defRPr>
      </a:lvl1pPr>
      <a:lvl2pPr algn="l" defTabSz="4798695" rtl="0" eaLnBrk="0" fontAlgn="base" hangingPunct="0">
        <a:lnSpc>
          <a:spcPct val="90000"/>
        </a:lnSpc>
        <a:spcBef>
          <a:spcPct val="0"/>
        </a:spcBef>
        <a:spcAft>
          <a:spcPct val="0"/>
        </a:spcAft>
        <a:defRPr sz="23000">
          <a:solidFill>
            <a:schemeClr val="tx1"/>
          </a:solidFill>
          <a:latin typeface="Calibri Light" panose="020F0302020204030204" pitchFamily="34" charset="0"/>
        </a:defRPr>
      </a:lvl2pPr>
      <a:lvl3pPr algn="l" defTabSz="4798695" rtl="0" eaLnBrk="0" fontAlgn="base" hangingPunct="0">
        <a:lnSpc>
          <a:spcPct val="90000"/>
        </a:lnSpc>
        <a:spcBef>
          <a:spcPct val="0"/>
        </a:spcBef>
        <a:spcAft>
          <a:spcPct val="0"/>
        </a:spcAft>
        <a:defRPr sz="23000">
          <a:solidFill>
            <a:schemeClr val="tx1"/>
          </a:solidFill>
          <a:latin typeface="Calibri Light" panose="020F0302020204030204" pitchFamily="34" charset="0"/>
        </a:defRPr>
      </a:lvl3pPr>
      <a:lvl4pPr algn="l" defTabSz="4798695" rtl="0" eaLnBrk="0" fontAlgn="base" hangingPunct="0">
        <a:lnSpc>
          <a:spcPct val="90000"/>
        </a:lnSpc>
        <a:spcBef>
          <a:spcPct val="0"/>
        </a:spcBef>
        <a:spcAft>
          <a:spcPct val="0"/>
        </a:spcAft>
        <a:defRPr sz="23000">
          <a:solidFill>
            <a:schemeClr val="tx1"/>
          </a:solidFill>
          <a:latin typeface="Calibri Light" panose="020F0302020204030204" pitchFamily="34" charset="0"/>
        </a:defRPr>
      </a:lvl4pPr>
      <a:lvl5pPr algn="l" defTabSz="4798695" rtl="0" eaLnBrk="0" fontAlgn="base" hangingPunct="0">
        <a:lnSpc>
          <a:spcPct val="90000"/>
        </a:lnSpc>
        <a:spcBef>
          <a:spcPct val="0"/>
        </a:spcBef>
        <a:spcAft>
          <a:spcPct val="0"/>
        </a:spcAft>
        <a:defRPr sz="23000">
          <a:solidFill>
            <a:schemeClr val="tx1"/>
          </a:solidFill>
          <a:latin typeface="Calibri Light" panose="020F0302020204030204" pitchFamily="34" charset="0"/>
        </a:defRPr>
      </a:lvl5pPr>
      <a:lvl6pPr marL="457200" algn="l" defTabSz="4798695" rtl="0" fontAlgn="base">
        <a:lnSpc>
          <a:spcPct val="90000"/>
        </a:lnSpc>
        <a:spcBef>
          <a:spcPct val="0"/>
        </a:spcBef>
        <a:spcAft>
          <a:spcPct val="0"/>
        </a:spcAft>
        <a:defRPr sz="23000">
          <a:solidFill>
            <a:schemeClr val="tx1"/>
          </a:solidFill>
          <a:latin typeface="Calibri Light" panose="020F0302020204030204" pitchFamily="34" charset="0"/>
        </a:defRPr>
      </a:lvl6pPr>
      <a:lvl7pPr marL="914400" algn="l" defTabSz="4798695" rtl="0" fontAlgn="base">
        <a:lnSpc>
          <a:spcPct val="90000"/>
        </a:lnSpc>
        <a:spcBef>
          <a:spcPct val="0"/>
        </a:spcBef>
        <a:spcAft>
          <a:spcPct val="0"/>
        </a:spcAft>
        <a:defRPr sz="23000">
          <a:solidFill>
            <a:schemeClr val="tx1"/>
          </a:solidFill>
          <a:latin typeface="Calibri Light" panose="020F0302020204030204" pitchFamily="34" charset="0"/>
        </a:defRPr>
      </a:lvl7pPr>
      <a:lvl8pPr marL="1371600" algn="l" defTabSz="4798695" rtl="0" fontAlgn="base">
        <a:lnSpc>
          <a:spcPct val="90000"/>
        </a:lnSpc>
        <a:spcBef>
          <a:spcPct val="0"/>
        </a:spcBef>
        <a:spcAft>
          <a:spcPct val="0"/>
        </a:spcAft>
        <a:defRPr sz="23000">
          <a:solidFill>
            <a:schemeClr val="tx1"/>
          </a:solidFill>
          <a:latin typeface="Calibri Light" panose="020F0302020204030204" pitchFamily="34" charset="0"/>
        </a:defRPr>
      </a:lvl8pPr>
      <a:lvl9pPr marL="1828800" algn="l" defTabSz="4798695" rtl="0" fontAlgn="base">
        <a:lnSpc>
          <a:spcPct val="90000"/>
        </a:lnSpc>
        <a:spcBef>
          <a:spcPct val="0"/>
        </a:spcBef>
        <a:spcAft>
          <a:spcPct val="0"/>
        </a:spcAft>
        <a:defRPr sz="23000">
          <a:solidFill>
            <a:schemeClr val="tx1"/>
          </a:solidFill>
          <a:latin typeface="Calibri Light" panose="020F0302020204030204" pitchFamily="34" charset="0"/>
        </a:defRPr>
      </a:lvl9pPr>
    </p:titleStyle>
    <p:bodyStyle>
      <a:lvl1pPr marL="1198880" indent="-1198880" algn="l" defTabSz="4798695" rtl="0" eaLnBrk="0" fontAlgn="base" hangingPunct="0">
        <a:lnSpc>
          <a:spcPct val="90000"/>
        </a:lnSpc>
        <a:spcBef>
          <a:spcPts val="5250"/>
        </a:spcBef>
        <a:spcAft>
          <a:spcPct val="0"/>
        </a:spcAft>
        <a:buFont typeface="Arial" panose="020B0604020202020204" pitchFamily="34" charset="0"/>
        <a:buChar char="•"/>
        <a:defRPr sz="14600" kern="1200">
          <a:solidFill>
            <a:schemeClr val="tx1"/>
          </a:solidFill>
          <a:latin typeface="+mn-lt"/>
          <a:ea typeface="+mn-ea"/>
          <a:cs typeface="+mn-cs"/>
        </a:defRPr>
      </a:lvl1pPr>
      <a:lvl2pPr marL="3599180" indent="-1198880" algn="l" defTabSz="4798695" rtl="0" eaLnBrk="0" fontAlgn="base" hangingPunct="0">
        <a:lnSpc>
          <a:spcPct val="90000"/>
        </a:lnSpc>
        <a:spcBef>
          <a:spcPts val="2625"/>
        </a:spcBef>
        <a:spcAft>
          <a:spcPct val="0"/>
        </a:spcAft>
        <a:buFont typeface="Arial" panose="020B0604020202020204" pitchFamily="34" charset="0"/>
        <a:buChar char="•"/>
        <a:defRPr sz="12500" kern="1200">
          <a:solidFill>
            <a:schemeClr val="tx1"/>
          </a:solidFill>
          <a:latin typeface="+mn-lt"/>
          <a:ea typeface="+mn-ea"/>
          <a:cs typeface="+mn-cs"/>
        </a:defRPr>
      </a:lvl2pPr>
      <a:lvl3pPr marL="5999480" indent="-1198880" algn="l" defTabSz="4798695" rtl="0" eaLnBrk="0" fontAlgn="base" hangingPunct="0">
        <a:lnSpc>
          <a:spcPct val="90000"/>
        </a:lnSpc>
        <a:spcBef>
          <a:spcPts val="2625"/>
        </a:spcBef>
        <a:spcAft>
          <a:spcPct val="0"/>
        </a:spcAft>
        <a:buFont typeface="Arial" panose="020B0604020202020204" pitchFamily="34" charset="0"/>
        <a:buChar char="•"/>
        <a:defRPr sz="10400" kern="1200">
          <a:solidFill>
            <a:schemeClr val="tx1"/>
          </a:solidFill>
          <a:latin typeface="+mn-lt"/>
          <a:ea typeface="+mn-ea"/>
          <a:cs typeface="+mn-cs"/>
        </a:defRPr>
      </a:lvl3pPr>
      <a:lvl4pPr marL="8399780" indent="-1198880" algn="l" defTabSz="4798695" rtl="0" eaLnBrk="0" fontAlgn="base" hangingPunct="0">
        <a:lnSpc>
          <a:spcPct val="90000"/>
        </a:lnSpc>
        <a:spcBef>
          <a:spcPts val="2625"/>
        </a:spcBef>
        <a:spcAft>
          <a:spcPct val="0"/>
        </a:spcAft>
        <a:buFont typeface="Arial" panose="020B0604020202020204" pitchFamily="34" charset="0"/>
        <a:buChar char="•"/>
        <a:defRPr sz="9400" kern="1200">
          <a:solidFill>
            <a:schemeClr val="tx1"/>
          </a:solidFill>
          <a:latin typeface="+mn-lt"/>
          <a:ea typeface="+mn-ea"/>
          <a:cs typeface="+mn-cs"/>
        </a:defRPr>
      </a:lvl4pPr>
      <a:lvl5pPr marL="10800080" indent="-1198880" algn="l" defTabSz="4798695" rtl="0" eaLnBrk="0" fontAlgn="base" hangingPunct="0">
        <a:lnSpc>
          <a:spcPct val="90000"/>
        </a:lnSpc>
        <a:spcBef>
          <a:spcPts val="2625"/>
        </a:spcBef>
        <a:spcAft>
          <a:spcPct val="0"/>
        </a:spcAft>
        <a:buFont typeface="Arial" panose="020B0604020202020204" pitchFamily="34" charset="0"/>
        <a:buChar char="•"/>
        <a:defRPr sz="9400" kern="1200">
          <a:solidFill>
            <a:schemeClr val="tx1"/>
          </a:solidFill>
          <a:latin typeface="+mn-lt"/>
          <a:ea typeface="+mn-ea"/>
          <a:cs typeface="+mn-cs"/>
        </a:defRPr>
      </a:lvl5pPr>
      <a:lvl6pPr marL="13199745" indent="-1200150" algn="l" defTabSz="4799330" rtl="0" eaLnBrk="1" latinLnBrk="0" hangingPunct="1">
        <a:lnSpc>
          <a:spcPct val="90000"/>
        </a:lnSpc>
        <a:spcBef>
          <a:spcPts val="2625"/>
        </a:spcBef>
        <a:buFont typeface="Arial" panose="020B0604020202020204" pitchFamily="34" charset="0"/>
        <a:buChar char="•"/>
        <a:defRPr sz="9450" kern="1200">
          <a:solidFill>
            <a:schemeClr val="tx1"/>
          </a:solidFill>
          <a:latin typeface="+mn-lt"/>
          <a:ea typeface="+mn-ea"/>
          <a:cs typeface="+mn-cs"/>
        </a:defRPr>
      </a:lvl6pPr>
      <a:lvl7pPr marL="15600045" indent="-1200150" algn="l" defTabSz="4799330" rtl="0" eaLnBrk="1" latinLnBrk="0" hangingPunct="1">
        <a:lnSpc>
          <a:spcPct val="90000"/>
        </a:lnSpc>
        <a:spcBef>
          <a:spcPts val="2625"/>
        </a:spcBef>
        <a:buFont typeface="Arial" panose="020B0604020202020204" pitchFamily="34" charset="0"/>
        <a:buChar char="•"/>
        <a:defRPr sz="9450" kern="1200">
          <a:solidFill>
            <a:schemeClr val="tx1"/>
          </a:solidFill>
          <a:latin typeface="+mn-lt"/>
          <a:ea typeface="+mn-ea"/>
          <a:cs typeface="+mn-cs"/>
        </a:defRPr>
      </a:lvl7pPr>
      <a:lvl8pPr marL="17999710" indent="-1200150" algn="l" defTabSz="4799330" rtl="0" eaLnBrk="1" latinLnBrk="0" hangingPunct="1">
        <a:lnSpc>
          <a:spcPct val="90000"/>
        </a:lnSpc>
        <a:spcBef>
          <a:spcPts val="2625"/>
        </a:spcBef>
        <a:buFont typeface="Arial" panose="020B0604020202020204" pitchFamily="34" charset="0"/>
        <a:buChar char="•"/>
        <a:defRPr sz="9450" kern="1200">
          <a:solidFill>
            <a:schemeClr val="tx1"/>
          </a:solidFill>
          <a:latin typeface="+mn-lt"/>
          <a:ea typeface="+mn-ea"/>
          <a:cs typeface="+mn-cs"/>
        </a:defRPr>
      </a:lvl8pPr>
      <a:lvl9pPr marL="20400010" indent="-1200150" algn="l" defTabSz="4799330" rtl="0" eaLnBrk="1" latinLnBrk="0" hangingPunct="1">
        <a:lnSpc>
          <a:spcPct val="90000"/>
        </a:lnSpc>
        <a:spcBef>
          <a:spcPts val="2625"/>
        </a:spcBef>
        <a:buFont typeface="Arial" panose="020B0604020202020204" pitchFamily="34" charset="0"/>
        <a:buChar char="•"/>
        <a:defRPr sz="9450" kern="1200">
          <a:solidFill>
            <a:schemeClr val="tx1"/>
          </a:solidFill>
          <a:latin typeface="+mn-lt"/>
          <a:ea typeface="+mn-ea"/>
          <a:cs typeface="+mn-cs"/>
        </a:defRPr>
      </a:lvl9pPr>
    </p:bodyStyle>
    <p:otherStyle>
      <a:defPPr>
        <a:defRPr lang="en-US"/>
      </a:defPPr>
      <a:lvl1pPr marL="0" algn="l" defTabSz="4799330" rtl="0" eaLnBrk="1" latinLnBrk="0" hangingPunct="1">
        <a:defRPr sz="9450" kern="1200">
          <a:solidFill>
            <a:schemeClr val="tx1"/>
          </a:solidFill>
          <a:latin typeface="+mn-lt"/>
          <a:ea typeface="+mn-ea"/>
          <a:cs typeface="+mn-cs"/>
        </a:defRPr>
      </a:lvl1pPr>
      <a:lvl2pPr marL="2399665" algn="l" defTabSz="4799330" rtl="0" eaLnBrk="1" latinLnBrk="0" hangingPunct="1">
        <a:defRPr sz="9450" kern="1200">
          <a:solidFill>
            <a:schemeClr val="tx1"/>
          </a:solidFill>
          <a:latin typeface="+mn-lt"/>
          <a:ea typeface="+mn-ea"/>
          <a:cs typeface="+mn-cs"/>
        </a:defRPr>
      </a:lvl2pPr>
      <a:lvl3pPr marL="4799965" algn="l" defTabSz="4799330" rtl="0" eaLnBrk="1" latinLnBrk="0" hangingPunct="1">
        <a:defRPr sz="9450" kern="1200">
          <a:solidFill>
            <a:schemeClr val="tx1"/>
          </a:solidFill>
          <a:latin typeface="+mn-lt"/>
          <a:ea typeface="+mn-ea"/>
          <a:cs typeface="+mn-cs"/>
        </a:defRPr>
      </a:lvl3pPr>
      <a:lvl4pPr marL="7199630" algn="l" defTabSz="4799330" rtl="0" eaLnBrk="1" latinLnBrk="0" hangingPunct="1">
        <a:defRPr sz="9450" kern="1200">
          <a:solidFill>
            <a:schemeClr val="tx1"/>
          </a:solidFill>
          <a:latin typeface="+mn-lt"/>
          <a:ea typeface="+mn-ea"/>
          <a:cs typeface="+mn-cs"/>
        </a:defRPr>
      </a:lvl4pPr>
      <a:lvl5pPr marL="9599930" algn="l" defTabSz="4799330" rtl="0" eaLnBrk="1" latinLnBrk="0" hangingPunct="1">
        <a:defRPr sz="9450" kern="1200">
          <a:solidFill>
            <a:schemeClr val="tx1"/>
          </a:solidFill>
          <a:latin typeface="+mn-lt"/>
          <a:ea typeface="+mn-ea"/>
          <a:cs typeface="+mn-cs"/>
        </a:defRPr>
      </a:lvl5pPr>
      <a:lvl6pPr marL="11999595" algn="l" defTabSz="4799330" rtl="0" eaLnBrk="1" latinLnBrk="0" hangingPunct="1">
        <a:defRPr sz="9450" kern="1200">
          <a:solidFill>
            <a:schemeClr val="tx1"/>
          </a:solidFill>
          <a:latin typeface="+mn-lt"/>
          <a:ea typeface="+mn-ea"/>
          <a:cs typeface="+mn-cs"/>
        </a:defRPr>
      </a:lvl6pPr>
      <a:lvl7pPr marL="14399895" algn="l" defTabSz="4799330" rtl="0" eaLnBrk="1" latinLnBrk="0" hangingPunct="1">
        <a:defRPr sz="9450" kern="1200">
          <a:solidFill>
            <a:schemeClr val="tx1"/>
          </a:solidFill>
          <a:latin typeface="+mn-lt"/>
          <a:ea typeface="+mn-ea"/>
          <a:cs typeface="+mn-cs"/>
        </a:defRPr>
      </a:lvl7pPr>
      <a:lvl8pPr marL="16799560" algn="l" defTabSz="4799330" rtl="0" eaLnBrk="1" latinLnBrk="0" hangingPunct="1">
        <a:defRPr sz="9450" kern="1200">
          <a:solidFill>
            <a:schemeClr val="tx1"/>
          </a:solidFill>
          <a:latin typeface="+mn-lt"/>
          <a:ea typeface="+mn-ea"/>
          <a:cs typeface="+mn-cs"/>
        </a:defRPr>
      </a:lvl8pPr>
      <a:lvl9pPr marL="19199860" algn="l" defTabSz="4799330" rtl="0" eaLnBrk="1" latinLnBrk="0" hangingPunct="1">
        <a:defRPr sz="94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jpe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矩形 4"/>
          <p:cNvSpPr/>
          <p:nvPr/>
        </p:nvSpPr>
        <p:spPr>
          <a:xfrm>
            <a:off x="17571720" y="4392930"/>
            <a:ext cx="17903190" cy="31176891"/>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36001960" y="4393565"/>
            <a:ext cx="14865350" cy="31176256"/>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76543" y="6030795"/>
            <a:ext cx="16735425" cy="29539026"/>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5" name="矩形 188"/>
          <p:cNvSpPr>
            <a:spLocks noChangeArrowheads="1"/>
          </p:cNvSpPr>
          <p:nvPr/>
        </p:nvSpPr>
        <p:spPr bwMode="auto">
          <a:xfrm>
            <a:off x="282575" y="6030795"/>
            <a:ext cx="16723360" cy="1440180"/>
          </a:xfrm>
          <a:prstGeom prst="rect">
            <a:avLst/>
          </a:prstGeom>
          <a:solidFill>
            <a:srgbClr val="0262AF"/>
          </a:solidFill>
          <a:ln w="25400">
            <a:noFill/>
            <a:miter lim="800000"/>
          </a:ln>
        </p:spPr>
        <p:txBody>
          <a:bodyPr anchor="ctr"/>
          <a:lstStyle>
            <a:lvl1pPr>
              <a:spcBef>
                <a:spcPct val="20000"/>
              </a:spcBef>
              <a:buFont typeface="Arial" panose="020B0604020202020204" pitchFamily="34" charset="0"/>
              <a:buChar char="•"/>
              <a:defRPr sz="174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153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131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5pPr>
            <a:lvl6pPr marL="25146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6pPr>
            <a:lvl7pPr marL="29718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7pPr>
            <a:lvl8pPr marL="34290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8pPr>
            <a:lvl9pPr marL="38862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en-US" sz="7785"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056" name="矩形 104"/>
          <p:cNvSpPr>
            <a:spLocks noChangeArrowheads="1"/>
          </p:cNvSpPr>
          <p:nvPr/>
        </p:nvSpPr>
        <p:spPr bwMode="auto">
          <a:xfrm>
            <a:off x="36001325" y="4392930"/>
            <a:ext cx="14862810" cy="1438275"/>
          </a:xfrm>
          <a:prstGeom prst="rect">
            <a:avLst/>
          </a:prstGeom>
          <a:solidFill>
            <a:srgbClr val="0262AF"/>
          </a:solidFill>
          <a:ln w="25400">
            <a:noFill/>
            <a:miter lim="800000"/>
          </a:ln>
        </p:spPr>
        <p:txBody>
          <a:bodyPr anchor="ctr"/>
          <a:lstStyle>
            <a:lvl1pPr>
              <a:spcBef>
                <a:spcPct val="20000"/>
              </a:spcBef>
              <a:buFont typeface="Arial" panose="020B0604020202020204" pitchFamily="34" charset="0"/>
              <a:buChar char="•"/>
              <a:defRPr sz="174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153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131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5pPr>
            <a:lvl6pPr marL="25146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6pPr>
            <a:lvl7pPr marL="29718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7pPr>
            <a:lvl8pPr marL="34290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8pPr>
            <a:lvl9pPr marL="38862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en-US" sz="7785"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057" name="矩形 199"/>
          <p:cNvSpPr>
            <a:spLocks noChangeArrowheads="1"/>
          </p:cNvSpPr>
          <p:nvPr/>
        </p:nvSpPr>
        <p:spPr bwMode="auto">
          <a:xfrm>
            <a:off x="17612995" y="4318349"/>
            <a:ext cx="17903190" cy="1440180"/>
          </a:xfrm>
          <a:prstGeom prst="rect">
            <a:avLst/>
          </a:prstGeom>
          <a:solidFill>
            <a:srgbClr val="0262AF"/>
          </a:solidFill>
          <a:ln w="25400">
            <a:noFill/>
            <a:bevel/>
          </a:ln>
          <a:effectLst/>
        </p:spPr>
        <p:txBody>
          <a:bodyPr anchor="ctr"/>
          <a:lstStyle>
            <a:lvl1pPr>
              <a:spcBef>
                <a:spcPct val="20000"/>
              </a:spcBef>
              <a:buFont typeface="Arial" panose="020B0604020202020204" pitchFamily="34" charset="0"/>
              <a:buChar char="•"/>
              <a:defRPr sz="174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153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131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5pPr>
            <a:lvl6pPr marL="25146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6pPr>
            <a:lvl7pPr marL="29718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7pPr>
            <a:lvl8pPr marL="34290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8pPr>
            <a:lvl9pPr marL="38862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en-US" sz="7785"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endParaRPr>
          </a:p>
        </p:txBody>
      </p:sp>
      <p:pic>
        <p:nvPicPr>
          <p:cNvPr id="2061" name="图片 2"/>
          <p:cNvPicPr>
            <a:picLocks noChangeAspect="1"/>
          </p:cNvPicPr>
          <p:nvPr/>
        </p:nvPicPr>
        <p:blipFill>
          <a:blip r:embed="rId3"/>
          <a:srcRect l="8762" t="13538" r="5496" b="17427"/>
          <a:stretch>
            <a:fillRect/>
          </a:stretch>
        </p:blipFill>
        <p:spPr>
          <a:xfrm>
            <a:off x="478155" y="144780"/>
            <a:ext cx="5957570" cy="5320030"/>
          </a:xfrm>
          <a:prstGeom prst="rect">
            <a:avLst/>
          </a:prstGeom>
          <a:noFill/>
          <a:ln w="9525">
            <a:noFill/>
          </a:ln>
        </p:spPr>
      </p:pic>
      <p:grpSp>
        <p:nvGrpSpPr>
          <p:cNvPr id="18" name="组合 17"/>
          <p:cNvGrpSpPr/>
          <p:nvPr/>
        </p:nvGrpSpPr>
        <p:grpSpPr>
          <a:xfrm>
            <a:off x="7615555" y="337185"/>
            <a:ext cx="9290685" cy="4879975"/>
            <a:chOff x="11428" y="1209"/>
            <a:chExt cx="14631" cy="7685"/>
          </a:xfrm>
        </p:grpSpPr>
        <p:sp>
          <p:nvSpPr>
            <p:cNvPr id="2050" name="矩形 181"/>
            <p:cNvSpPr>
              <a:spLocks noChangeArrowheads="1"/>
            </p:cNvSpPr>
            <p:nvPr/>
          </p:nvSpPr>
          <p:spPr bwMode="auto">
            <a:xfrm>
              <a:off x="11428" y="4634"/>
              <a:ext cx="14631" cy="2515"/>
            </a:xfrm>
            <a:prstGeom prst="rect">
              <a:avLst/>
            </a:prstGeom>
            <a:noFill/>
            <a:ln w="25400">
              <a:noFill/>
              <a:miter lim="800000"/>
            </a:ln>
          </p:spPr>
          <p:txBody>
            <a:bodyPr anchor="ctr"/>
            <a:lstStyle>
              <a:lvl1pPr defTabSz="3849370">
                <a:spcBef>
                  <a:spcPct val="20000"/>
                </a:spcBef>
                <a:buFont typeface="Arial" panose="020B0604020202020204" pitchFamily="34" charset="0"/>
                <a:buChar char="•"/>
                <a:defRPr sz="17400">
                  <a:solidFill>
                    <a:schemeClr val="tx1"/>
                  </a:solidFill>
                  <a:latin typeface="Calibri" panose="020F0502020204030204" pitchFamily="34" charset="0"/>
                  <a:ea typeface="宋体" panose="02010600030101010101" pitchFamily="2" charset="-122"/>
                </a:defRPr>
              </a:lvl1pPr>
              <a:lvl2pPr marL="742950" indent="-285750" defTabSz="3849370">
                <a:spcBef>
                  <a:spcPct val="20000"/>
                </a:spcBef>
                <a:buFont typeface="Arial" panose="020B0604020202020204" pitchFamily="34" charset="0"/>
                <a:buChar char="–"/>
                <a:defRPr sz="15300">
                  <a:solidFill>
                    <a:schemeClr val="tx1"/>
                  </a:solidFill>
                  <a:latin typeface="Calibri" panose="020F0502020204030204" pitchFamily="34" charset="0"/>
                  <a:ea typeface="宋体" panose="02010600030101010101" pitchFamily="2" charset="-122"/>
                </a:defRPr>
              </a:lvl2pPr>
              <a:lvl3pPr marL="1143000" indent="-228600" defTabSz="3849370">
                <a:spcBef>
                  <a:spcPct val="20000"/>
                </a:spcBef>
                <a:buFont typeface="Arial" panose="020B0604020202020204" pitchFamily="34" charset="0"/>
                <a:buChar char="•"/>
                <a:defRPr sz="13100">
                  <a:solidFill>
                    <a:schemeClr val="tx1"/>
                  </a:solidFill>
                  <a:latin typeface="Calibri" panose="020F0502020204030204" pitchFamily="34" charset="0"/>
                  <a:ea typeface="宋体" panose="02010600030101010101" pitchFamily="2" charset="-122"/>
                </a:defRPr>
              </a:lvl3pPr>
              <a:lvl4pPr marL="1600200" indent="-228600" defTabSz="384937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4pPr>
              <a:lvl5pPr marL="2057400" indent="-228600" defTabSz="384937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5pPr>
              <a:lvl6pPr marL="2514600" indent="-228600" defTabSz="3849370"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6pPr>
              <a:lvl7pPr marL="2971800" indent="-228600" defTabSz="3849370"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7pPr>
              <a:lvl8pPr marL="3429000" indent="-228600" defTabSz="3849370"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8pPr>
              <a:lvl9pPr marL="3886200" indent="-228600" defTabSz="3849370"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9pPr>
            </a:lstStyle>
            <a:p>
              <a:pPr marL="0" marR="0" lvl="0" indent="0" algn="l" defTabSz="3849370" rtl="0" eaLnBrk="1" fontAlgn="auto" latinLnBrk="0" hangingPunct="1">
                <a:lnSpc>
                  <a:spcPct val="100000"/>
                </a:lnSpc>
                <a:spcBef>
                  <a:spcPct val="50000"/>
                </a:spcBef>
                <a:spcAft>
                  <a:spcPts val="0"/>
                </a:spcAft>
                <a:buClrTx/>
                <a:buSzTx/>
                <a:buFont typeface="Arial" panose="020B0604020202020204" pitchFamily="34" charset="0"/>
                <a:buNone/>
                <a:defRPr/>
              </a:pPr>
              <a:r>
                <a:rPr kumimoji="0" lang="en-US" altLang="zh-CN" sz="10880" b="1" i="0" u="none" strike="noStrike" kern="1200" cap="none" spc="0" normalizeH="0" baseline="0" noProof="0" dirty="0">
                  <a:ln>
                    <a:noFill/>
                  </a:ln>
                  <a:solidFill>
                    <a:schemeClr val="accent5"/>
                  </a:solidFill>
                  <a:effectLst/>
                  <a:uLnTx/>
                  <a:uFillTx/>
                  <a:latin typeface="Arial" panose="020B0604020202020204" pitchFamily="34" charset="0"/>
                  <a:ea typeface="宋体" panose="02010600030101010101" pitchFamily="2" charset="-122"/>
                  <a:cs typeface="+mn-cs"/>
                </a:rPr>
                <a:t>VALSE 2019 </a:t>
              </a:r>
            </a:p>
          </p:txBody>
        </p:sp>
        <p:pic>
          <p:nvPicPr>
            <p:cNvPr id="11" name="图片 10" descr="合肥"/>
            <p:cNvPicPr>
              <a:picLocks noChangeAspect="1"/>
            </p:cNvPicPr>
            <p:nvPr/>
          </p:nvPicPr>
          <p:blipFill>
            <a:blip r:embed="rId4"/>
            <a:stretch>
              <a:fillRect/>
            </a:stretch>
          </p:blipFill>
          <p:spPr>
            <a:xfrm>
              <a:off x="11428" y="1209"/>
              <a:ext cx="6095" cy="3425"/>
            </a:xfrm>
            <a:prstGeom prst="rect">
              <a:avLst/>
            </a:prstGeom>
          </p:spPr>
        </p:pic>
        <p:sp>
          <p:nvSpPr>
            <p:cNvPr id="13" name="文本框 12"/>
            <p:cNvSpPr txBox="1"/>
            <p:nvPr/>
          </p:nvSpPr>
          <p:spPr>
            <a:xfrm>
              <a:off x="11428" y="7149"/>
              <a:ext cx="13498" cy="1745"/>
            </a:xfrm>
            <a:prstGeom prst="rect">
              <a:avLst/>
            </a:prstGeom>
            <a:noFill/>
          </p:spPr>
          <p:txBody>
            <a:bodyPr wrap="square" rtlCol="0">
              <a:spAutoFit/>
            </a:bodyPr>
            <a:lstStyle/>
            <a:p>
              <a:pPr algn="ctr"/>
              <a:r>
                <a:rPr lang="en-US" altLang="zh-CN" sz="6600" dirty="0"/>
                <a:t>April 11 – 14, 2019</a:t>
              </a:r>
              <a:endParaRPr lang="zh-CN" altLang="en-US" sz="6600" dirty="0"/>
            </a:p>
          </p:txBody>
        </p:sp>
      </p:grpSp>
      <p:cxnSp>
        <p:nvCxnSpPr>
          <p:cNvPr id="14" name="直接连接符 13"/>
          <p:cNvCxnSpPr/>
          <p:nvPr/>
        </p:nvCxnSpPr>
        <p:spPr>
          <a:xfrm flipV="1">
            <a:off x="17639665" y="3813175"/>
            <a:ext cx="33532445" cy="73025"/>
          </a:xfrm>
          <a:prstGeom prst="line">
            <a:avLst/>
          </a:prstGeom>
          <a:ln w="127000"/>
        </p:spPr>
        <p:style>
          <a:lnRef idx="1">
            <a:schemeClr val="accent1"/>
          </a:lnRef>
          <a:fillRef idx="0">
            <a:schemeClr val="accent1"/>
          </a:fillRef>
          <a:effectRef idx="0">
            <a:schemeClr val="accent1"/>
          </a:effectRef>
          <a:fontRef idx="minor">
            <a:schemeClr val="tx1"/>
          </a:fontRef>
        </p:style>
      </p:cxnSp>
      <p:sp>
        <p:nvSpPr>
          <p:cNvPr id="16" name="矩形 181"/>
          <p:cNvSpPr>
            <a:spLocks noChangeArrowheads="1"/>
          </p:cNvSpPr>
          <p:nvPr/>
        </p:nvSpPr>
        <p:spPr bwMode="auto">
          <a:xfrm>
            <a:off x="17532349" y="622148"/>
            <a:ext cx="29335185" cy="3192145"/>
          </a:xfrm>
          <a:prstGeom prst="rect">
            <a:avLst/>
          </a:prstGeom>
          <a:noFill/>
          <a:ln w="25400">
            <a:noFill/>
            <a:miter lim="800000"/>
          </a:ln>
        </p:spPr>
        <p:txBody>
          <a:bodyPr anchor="ctr"/>
          <a:lstStyle>
            <a:lvl1pPr defTabSz="3849370">
              <a:spcBef>
                <a:spcPct val="20000"/>
              </a:spcBef>
              <a:buFont typeface="Arial" panose="020B0604020202020204" pitchFamily="34" charset="0"/>
              <a:buChar char="•"/>
              <a:defRPr sz="17400">
                <a:solidFill>
                  <a:schemeClr val="tx1"/>
                </a:solidFill>
                <a:latin typeface="Calibri" panose="020F0502020204030204" pitchFamily="34" charset="0"/>
                <a:ea typeface="宋体" panose="02010600030101010101" pitchFamily="2" charset="-122"/>
              </a:defRPr>
            </a:lvl1pPr>
            <a:lvl2pPr marL="742950" indent="-285750" defTabSz="3849370">
              <a:spcBef>
                <a:spcPct val="20000"/>
              </a:spcBef>
              <a:buFont typeface="Arial" panose="020B0604020202020204" pitchFamily="34" charset="0"/>
              <a:buChar char="–"/>
              <a:defRPr sz="15300">
                <a:solidFill>
                  <a:schemeClr val="tx1"/>
                </a:solidFill>
                <a:latin typeface="Calibri" panose="020F0502020204030204" pitchFamily="34" charset="0"/>
                <a:ea typeface="宋体" panose="02010600030101010101" pitchFamily="2" charset="-122"/>
              </a:defRPr>
            </a:lvl2pPr>
            <a:lvl3pPr marL="1143000" indent="-228600" defTabSz="3849370">
              <a:spcBef>
                <a:spcPct val="20000"/>
              </a:spcBef>
              <a:buFont typeface="Arial" panose="020B0604020202020204" pitchFamily="34" charset="0"/>
              <a:buChar char="•"/>
              <a:defRPr sz="13100">
                <a:solidFill>
                  <a:schemeClr val="tx1"/>
                </a:solidFill>
                <a:latin typeface="Calibri" panose="020F0502020204030204" pitchFamily="34" charset="0"/>
                <a:ea typeface="宋体" panose="02010600030101010101" pitchFamily="2" charset="-122"/>
              </a:defRPr>
            </a:lvl3pPr>
            <a:lvl4pPr marL="1600200" indent="-228600" defTabSz="384937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4pPr>
            <a:lvl5pPr marL="2057400" indent="-228600" defTabSz="384937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5pPr>
            <a:lvl6pPr marL="2514600" indent="-228600" defTabSz="3849370"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6pPr>
            <a:lvl7pPr marL="2971800" indent="-228600" defTabSz="3849370"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7pPr>
            <a:lvl8pPr marL="3429000" indent="-228600" defTabSz="3849370"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8pPr>
            <a:lvl9pPr marL="3886200" indent="-228600" defTabSz="3849370"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9pPr>
          </a:lstStyle>
          <a:p>
            <a:pPr lvl="0" eaLnBrk="1" fontAlgn="auto" hangingPunct="1">
              <a:spcBef>
                <a:spcPts val="0"/>
              </a:spcBef>
              <a:spcAft>
                <a:spcPts val="0"/>
              </a:spcAft>
              <a:buNone/>
              <a:defRPr/>
            </a:pPr>
            <a:r>
              <a:rPr lang="en-US" altLang="zh-CN" sz="7200" b="1" dirty="0">
                <a:solidFill>
                  <a:srgbClr val="0070C0"/>
                </a:solidFill>
                <a:latin typeface="Arial" panose="020B0604020202020204" pitchFamily="34" charset="0"/>
                <a:cs typeface="Arial" panose="020B0604020202020204" pitchFamily="34" charset="0"/>
              </a:rPr>
              <a:t>Recognition from Web Data: A Progressive Filtering Approach</a:t>
            </a:r>
          </a:p>
          <a:p>
            <a:pPr lvl="0" eaLnBrk="1" fontAlgn="auto" hangingPunct="1">
              <a:spcBef>
                <a:spcPts val="0"/>
              </a:spcBef>
              <a:spcAft>
                <a:spcPts val="0"/>
              </a:spcAft>
              <a:buNone/>
              <a:defRPr/>
            </a:pPr>
            <a:r>
              <a:rPr lang="en-US" altLang="zh-CN" sz="4400" i="1" dirty="0" err="1">
                <a:latin typeface="Arial" panose="020B0604020202020204" pitchFamily="34" charset="0"/>
                <a:cs typeface="Arial" panose="020B0604020202020204" pitchFamily="34" charset="0"/>
              </a:rPr>
              <a:t>Jufeng</a:t>
            </a:r>
            <a:r>
              <a:rPr lang="en-US" altLang="zh-CN" sz="4400" i="1" dirty="0">
                <a:latin typeface="Arial" panose="020B0604020202020204" pitchFamily="34" charset="0"/>
                <a:cs typeface="Arial" panose="020B0604020202020204" pitchFamily="34" charset="0"/>
              </a:rPr>
              <a:t> Yang</a:t>
            </a:r>
            <a:r>
              <a:rPr lang="en-US" altLang="zh-CN" sz="4400" i="1" baseline="30000" dirty="0">
                <a:latin typeface="Arial" panose="020B0604020202020204" pitchFamily="34" charset="0"/>
                <a:cs typeface="Arial" panose="020B0604020202020204" pitchFamily="34" charset="0"/>
              </a:rPr>
              <a:t>1</a:t>
            </a:r>
            <a:r>
              <a:rPr lang="en-US" altLang="zh-CN" sz="4400" i="1" dirty="0">
                <a:latin typeface="Arial" panose="020B0604020202020204" pitchFamily="34" charset="0"/>
                <a:cs typeface="Arial" panose="020B0604020202020204" pitchFamily="34" charset="0"/>
              </a:rPr>
              <a:t>, </a:t>
            </a:r>
            <a:r>
              <a:rPr lang="en-US" altLang="zh-CN" sz="4400" i="1" dirty="0" err="1">
                <a:latin typeface="Arial" panose="020B0604020202020204" pitchFamily="34" charset="0"/>
                <a:cs typeface="Arial" panose="020B0604020202020204" pitchFamily="34" charset="0"/>
              </a:rPr>
              <a:t>Xiaoxiao</a:t>
            </a:r>
            <a:r>
              <a:rPr lang="en-US" altLang="zh-CN" sz="4400" i="1" dirty="0">
                <a:latin typeface="Arial" panose="020B0604020202020204" pitchFamily="34" charset="0"/>
                <a:cs typeface="Arial" panose="020B0604020202020204" pitchFamily="34" charset="0"/>
              </a:rPr>
              <a:t> Sun</a:t>
            </a:r>
            <a:r>
              <a:rPr lang="en-US" altLang="zh-CN" sz="4400" i="1" baseline="30000" dirty="0">
                <a:latin typeface="Arial" panose="020B0604020202020204" pitchFamily="34" charset="0"/>
                <a:cs typeface="Arial" panose="020B0604020202020204" pitchFamily="34" charset="0"/>
              </a:rPr>
              <a:t>1</a:t>
            </a:r>
            <a:r>
              <a:rPr lang="en-US" altLang="zh-CN" sz="4400" i="1" dirty="0">
                <a:latin typeface="Arial" panose="020B0604020202020204" pitchFamily="34" charset="0"/>
                <a:cs typeface="Arial" panose="020B0604020202020204" pitchFamily="34" charset="0"/>
              </a:rPr>
              <a:t>, Yu-</a:t>
            </a:r>
            <a:r>
              <a:rPr lang="en-US" altLang="zh-CN" sz="4400" i="1" dirty="0" err="1">
                <a:latin typeface="Arial" panose="020B0604020202020204" pitchFamily="34" charset="0"/>
                <a:cs typeface="Arial" panose="020B0604020202020204" pitchFamily="34" charset="0"/>
              </a:rPr>
              <a:t>Kun</a:t>
            </a:r>
            <a:r>
              <a:rPr lang="en-US" altLang="zh-CN" sz="4400" i="1" dirty="0">
                <a:latin typeface="Arial" panose="020B0604020202020204" pitchFamily="34" charset="0"/>
                <a:cs typeface="Arial" panose="020B0604020202020204" pitchFamily="34" charset="0"/>
              </a:rPr>
              <a:t> Lai</a:t>
            </a:r>
            <a:r>
              <a:rPr lang="en-US" altLang="zh-CN" sz="4400" i="1" baseline="30000" dirty="0">
                <a:latin typeface="Arial" panose="020B0604020202020204" pitchFamily="34" charset="0"/>
                <a:cs typeface="Arial" panose="020B0604020202020204" pitchFamily="34" charset="0"/>
              </a:rPr>
              <a:t>2</a:t>
            </a:r>
            <a:r>
              <a:rPr lang="en-US" altLang="zh-CN" sz="4400" i="1" dirty="0">
                <a:latin typeface="Arial" panose="020B0604020202020204" pitchFamily="34" charset="0"/>
                <a:cs typeface="Arial" panose="020B0604020202020204" pitchFamily="34" charset="0"/>
              </a:rPr>
              <a:t>, Liang Zheng</a:t>
            </a:r>
            <a:r>
              <a:rPr lang="en-US" altLang="zh-CN" sz="4400" i="1" baseline="30000" dirty="0">
                <a:latin typeface="Arial" panose="020B0604020202020204" pitchFamily="34" charset="0"/>
                <a:cs typeface="Arial" panose="020B0604020202020204" pitchFamily="34" charset="0"/>
              </a:rPr>
              <a:t>3</a:t>
            </a:r>
            <a:r>
              <a:rPr lang="en-US" altLang="zh-CN" sz="4400" i="1" dirty="0">
                <a:latin typeface="Arial" panose="020B0604020202020204" pitchFamily="34" charset="0"/>
                <a:cs typeface="Arial" panose="020B0604020202020204" pitchFamily="34" charset="0"/>
              </a:rPr>
              <a:t>, Ming-Ming Cheng</a:t>
            </a:r>
            <a:r>
              <a:rPr lang="en-US" altLang="zh-CN" sz="4400" i="1" baseline="30000" dirty="0">
                <a:latin typeface="Arial" panose="020B0604020202020204" pitchFamily="34" charset="0"/>
                <a:cs typeface="Arial" panose="020B0604020202020204" pitchFamily="34" charset="0"/>
              </a:rPr>
              <a:t>1</a:t>
            </a:r>
            <a:r>
              <a:rPr lang="en-US" altLang="zh-CN" sz="4400" i="1" dirty="0">
                <a:latin typeface="Arial" panose="020B0604020202020204" pitchFamily="34" charset="0"/>
                <a:cs typeface="Arial" panose="020B0604020202020204" pitchFamily="34" charset="0"/>
              </a:rPr>
              <a:t>    </a:t>
            </a:r>
            <a:r>
              <a:rPr lang="en-US" altLang="zh-CN" sz="4000" dirty="0">
                <a:solidFill>
                  <a:srgbClr val="FF0000"/>
                </a:solidFill>
                <a:latin typeface="Arial" panose="020B0604020202020204" pitchFamily="34" charset="0"/>
                <a:cs typeface="Arial" panose="020B0604020202020204" pitchFamily="34" charset="0"/>
              </a:rPr>
              <a:t>Email</a:t>
            </a:r>
            <a:r>
              <a:rPr lang="en-US" altLang="zh-CN" sz="4000" dirty="0">
                <a:latin typeface="Arial" panose="020B0604020202020204" pitchFamily="34" charset="0"/>
                <a:cs typeface="Arial" panose="020B0604020202020204" pitchFamily="34" charset="0"/>
              </a:rPr>
              <a:t>: sunxiaoxiaozrt@163.com</a:t>
            </a:r>
          </a:p>
          <a:p>
            <a:pPr lvl="0" eaLnBrk="1" fontAlgn="auto" hangingPunct="1">
              <a:lnSpc>
                <a:spcPct val="0"/>
              </a:lnSpc>
              <a:spcBef>
                <a:spcPts val="4200"/>
              </a:spcBef>
              <a:spcAft>
                <a:spcPts val="0"/>
              </a:spcAft>
              <a:buNone/>
              <a:defRPr/>
            </a:pPr>
            <a:r>
              <a:rPr lang="en-US" altLang="zh-CN" sz="4400" i="1" baseline="30000" dirty="0">
                <a:latin typeface="Arial" panose="020B0604020202020204" pitchFamily="34" charset="0"/>
                <a:cs typeface="Arial" panose="020B0604020202020204" pitchFamily="34" charset="0"/>
              </a:rPr>
              <a:t>1</a:t>
            </a:r>
            <a:r>
              <a:rPr lang="en-US" altLang="zh-CN" sz="4400" i="1" dirty="0">
                <a:latin typeface="Arial" panose="020B0604020202020204" pitchFamily="34" charset="0"/>
                <a:cs typeface="Arial" panose="020B0604020202020204" pitchFamily="34" charset="0"/>
              </a:rPr>
              <a:t>Nankai University, </a:t>
            </a:r>
            <a:r>
              <a:rPr lang="en-US" altLang="zh-CN" sz="4400" i="1" baseline="30000" dirty="0">
                <a:latin typeface="Arial" panose="020B0604020202020204" pitchFamily="34" charset="0"/>
                <a:cs typeface="Arial" panose="020B0604020202020204" pitchFamily="34" charset="0"/>
              </a:rPr>
              <a:t>2</a:t>
            </a:r>
            <a:r>
              <a:rPr lang="en-US" altLang="zh-CN" sz="4400" i="1" dirty="0">
                <a:latin typeface="Arial" panose="020B0604020202020204" pitchFamily="34" charset="0"/>
                <a:cs typeface="Arial" panose="020B0604020202020204" pitchFamily="34" charset="0"/>
              </a:rPr>
              <a:t>Cardiff University , </a:t>
            </a:r>
            <a:r>
              <a:rPr lang="en-US" altLang="zh-CN" sz="4400" i="1" baseline="30000" dirty="0">
                <a:latin typeface="Arial" panose="020B0604020202020204" pitchFamily="34" charset="0"/>
                <a:cs typeface="Arial" panose="020B0604020202020204" pitchFamily="34" charset="0"/>
              </a:rPr>
              <a:t>3</a:t>
            </a:r>
            <a:r>
              <a:rPr lang="en-US" altLang="zh-CN" sz="4400" i="1" dirty="0">
                <a:latin typeface="Arial" panose="020B0604020202020204" pitchFamily="34" charset="0"/>
                <a:cs typeface="Arial" panose="020B0604020202020204" pitchFamily="34" charset="0"/>
              </a:rPr>
              <a:t>Australian National University   </a:t>
            </a:r>
            <a:r>
              <a:rPr lang="en-US" altLang="zh-CN" sz="4000" i="1" dirty="0">
                <a:latin typeface="Arial" panose="020B0604020202020204" pitchFamily="34" charset="0"/>
                <a:cs typeface="Arial" panose="020B0604020202020204" pitchFamily="34" charset="0"/>
              </a:rPr>
              <a:t> </a:t>
            </a:r>
            <a:r>
              <a:rPr lang="en-US" altLang="zh-CN" sz="4400" i="1" dirty="0">
                <a:latin typeface="Arial" panose="020B0604020202020204" pitchFamily="34" charset="0"/>
                <a:cs typeface="Arial" panose="020B0604020202020204" pitchFamily="34" charset="0"/>
              </a:rPr>
              <a:t>       </a:t>
            </a:r>
            <a:r>
              <a:rPr lang="en-US" altLang="zh-CN" sz="4000" i="1" dirty="0">
                <a:latin typeface="Arial" panose="020B0604020202020204" pitchFamily="34" charset="0"/>
                <a:cs typeface="Arial" panose="020B0604020202020204" pitchFamily="34" charset="0"/>
              </a:rPr>
              <a:t>  </a:t>
            </a:r>
            <a:r>
              <a:rPr lang="en-US" altLang="zh-CN" sz="4400" i="1" dirty="0">
                <a:latin typeface="Arial" panose="020B0604020202020204" pitchFamily="34" charset="0"/>
                <a:cs typeface="Arial" panose="020B0604020202020204" pitchFamily="34" charset="0"/>
              </a:rPr>
              <a:t>  </a:t>
            </a:r>
            <a:r>
              <a:rPr lang="en-US" altLang="zh-CN" sz="4000" dirty="0">
                <a:solidFill>
                  <a:srgbClr val="FF0000"/>
                </a:solidFill>
                <a:latin typeface="Arial" panose="020B0604020202020204" pitchFamily="34" charset="0"/>
                <a:cs typeface="Arial" panose="020B0604020202020204" pitchFamily="34" charset="0"/>
              </a:rPr>
              <a:t>Website</a:t>
            </a:r>
            <a:r>
              <a:rPr lang="en-US" altLang="zh-CN" sz="4000" dirty="0">
                <a:latin typeface="Arial" panose="020B0604020202020204" pitchFamily="34" charset="0"/>
                <a:cs typeface="Arial" panose="020B0604020202020204" pitchFamily="34" charset="0"/>
              </a:rPr>
              <a:t>: cv.nankai.edu.cn</a:t>
            </a:r>
            <a:r>
              <a:rPr lang="en-US" altLang="zh-CN" sz="4000" i="1" dirty="0">
                <a:latin typeface="Arial" panose="020B0604020202020204" pitchFamily="34" charset="0"/>
                <a:cs typeface="Arial" panose="020B0604020202020204" pitchFamily="34" charset="0"/>
              </a:rPr>
              <a:t>      </a:t>
            </a:r>
            <a:endParaRPr lang="en-US" altLang="zh-CN" sz="4400" i="1" dirty="0">
              <a:latin typeface="Arial" panose="020B0604020202020204" pitchFamily="34" charset="0"/>
              <a:cs typeface="Arial" panose="020B0604020202020204" pitchFamily="34" charset="0"/>
            </a:endParaRPr>
          </a:p>
          <a:p>
            <a:pPr lvl="0" eaLnBrk="1" fontAlgn="auto" hangingPunct="1">
              <a:lnSpc>
                <a:spcPct val="0"/>
              </a:lnSpc>
              <a:spcBef>
                <a:spcPts val="4200"/>
              </a:spcBef>
              <a:spcAft>
                <a:spcPts val="0"/>
              </a:spcAft>
              <a:buNone/>
              <a:defRPr/>
            </a:pPr>
            <a:r>
              <a:rPr lang="en-US" altLang="zh-CN" sz="4400" dirty="0">
                <a:latin typeface="Arial" panose="020B0604020202020204" pitchFamily="34" charset="0"/>
                <a:cs typeface="Arial" panose="020B0604020202020204" pitchFamily="34" charset="0"/>
              </a:rPr>
              <a:t>This paper has been accepted by TIP 2018</a:t>
            </a:r>
          </a:p>
          <a:p>
            <a:pPr lvl="0" eaLnBrk="1" fontAlgn="auto" hangingPunct="1">
              <a:lnSpc>
                <a:spcPct val="0"/>
              </a:lnSpc>
              <a:spcBef>
                <a:spcPts val="4200"/>
              </a:spcBef>
              <a:spcAft>
                <a:spcPts val="0"/>
              </a:spcAft>
              <a:buNone/>
              <a:defRPr/>
            </a:pPr>
            <a:endParaRPr lang="en-US" altLang="zh-CN" sz="4400" i="1" dirty="0">
              <a:solidFill>
                <a:srgbClr val="0070C0"/>
              </a:solidFill>
              <a:latin typeface="Arial" panose="020B0604020202020204" pitchFamily="34" charset="0"/>
              <a:cs typeface="Arial" panose="020B0604020202020204" pitchFamily="34" charset="0"/>
            </a:endParaRPr>
          </a:p>
        </p:txBody>
      </p:sp>
      <p:cxnSp>
        <p:nvCxnSpPr>
          <p:cNvPr id="17" name="直接连接符 16"/>
          <p:cNvCxnSpPr/>
          <p:nvPr/>
        </p:nvCxnSpPr>
        <p:spPr>
          <a:xfrm>
            <a:off x="6989445" y="331470"/>
            <a:ext cx="0" cy="4958715"/>
          </a:xfrm>
          <a:prstGeom prst="line">
            <a:avLst/>
          </a:prstGeom>
          <a:ln w="254000" cmpd="sng">
            <a:solidFill>
              <a:srgbClr val="0262AF"/>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4288473" y="5902525"/>
            <a:ext cx="8711565" cy="1569660"/>
          </a:xfrm>
          <a:prstGeom prst="rect">
            <a:avLst/>
          </a:prstGeom>
          <a:noFill/>
        </p:spPr>
        <p:txBody>
          <a:bodyPr wrap="square" rtlCol="0">
            <a:spAutoFit/>
          </a:bodyPr>
          <a:lstStyle/>
          <a:p>
            <a:pPr algn="ctr"/>
            <a:r>
              <a:rPr lang="en-US" altLang="zh-CN" sz="9600" dirty="0">
                <a:solidFill>
                  <a:schemeClr val="bg1"/>
                </a:solidFill>
                <a:latin typeface="Arial Black" panose="020B0A04020102020204" charset="0"/>
                <a:ea typeface="思源黑体 CN Heavy" panose="020B0A00000000000000" charset="-122"/>
                <a:cs typeface="Arial Black" panose="020B0A04020102020204" charset="0"/>
              </a:rPr>
              <a:t>Introduction</a:t>
            </a:r>
            <a:endParaRPr lang="zh-CN" altLang="en-US" sz="9600" dirty="0">
              <a:solidFill>
                <a:schemeClr val="bg1"/>
              </a:solidFill>
              <a:latin typeface="Arial Black" panose="020B0A04020102020204" charset="0"/>
              <a:ea typeface="思源黑体 CN Heavy" panose="020B0A00000000000000" charset="-122"/>
              <a:cs typeface="Arial Black" panose="020B0A04020102020204" charset="0"/>
            </a:endParaRPr>
          </a:p>
        </p:txBody>
      </p:sp>
      <p:sp>
        <p:nvSpPr>
          <p:cNvPr id="21" name="文本框 20"/>
          <p:cNvSpPr txBox="1"/>
          <p:nvPr/>
        </p:nvSpPr>
        <p:spPr>
          <a:xfrm>
            <a:off x="36652465" y="4327843"/>
            <a:ext cx="13560531" cy="1569660"/>
          </a:xfrm>
          <a:prstGeom prst="rect">
            <a:avLst/>
          </a:prstGeom>
          <a:noFill/>
        </p:spPr>
        <p:txBody>
          <a:bodyPr wrap="square" rtlCol="0">
            <a:spAutoFit/>
          </a:bodyPr>
          <a:lstStyle/>
          <a:p>
            <a:pPr algn="ctr"/>
            <a:r>
              <a:rPr lang="en-US" altLang="zh-CN" sz="9600" dirty="0">
                <a:solidFill>
                  <a:schemeClr val="bg1"/>
                </a:solidFill>
                <a:latin typeface="Arial Black" panose="020B0A04020102020204" charset="0"/>
                <a:ea typeface="思源黑体 CN Heavy" panose="020B0A00000000000000" charset="-122"/>
                <a:cs typeface="Arial Black" panose="020B0A04020102020204" charset="0"/>
              </a:rPr>
              <a:t>Experiment</a:t>
            </a:r>
            <a:endParaRPr lang="zh-CN" altLang="en-US" sz="9600" dirty="0">
              <a:solidFill>
                <a:schemeClr val="bg1"/>
              </a:solidFill>
              <a:latin typeface="Arial Black" panose="020B0A04020102020204" charset="0"/>
              <a:ea typeface="思源黑体 CN Heavy" panose="020B0A00000000000000" charset="-122"/>
              <a:cs typeface="Arial Black" panose="020B0A04020102020204" charset="0"/>
            </a:endParaRPr>
          </a:p>
        </p:txBody>
      </p:sp>
      <p:sp>
        <p:nvSpPr>
          <p:cNvPr id="26" name="文本框 25">
            <a:extLst>
              <a:ext uri="{FF2B5EF4-FFF2-40B4-BE49-F238E27FC236}">
                <a16:creationId xmlns:a16="http://schemas.microsoft.com/office/drawing/2014/main" id="{790CEA57-3C86-4139-A3C5-732EC70F6AA9}"/>
              </a:ext>
            </a:extLst>
          </p:cNvPr>
          <p:cNvSpPr txBox="1"/>
          <p:nvPr/>
        </p:nvSpPr>
        <p:spPr>
          <a:xfrm>
            <a:off x="651987" y="28156123"/>
            <a:ext cx="15984537" cy="7269682"/>
          </a:xfrm>
          <a:prstGeom prst="rect">
            <a:avLst/>
          </a:prstGeom>
          <a:noFill/>
        </p:spPr>
        <p:txBody>
          <a:bodyPr wrap="square">
            <a:spAutoFit/>
          </a:bodyPr>
          <a:lstStyle/>
          <a:p>
            <a:pPr algn="just" eaLnBrk="1" fontAlgn="auto" hangingPunct="1">
              <a:spcBef>
                <a:spcPts val="0"/>
              </a:spcBef>
              <a:spcAft>
                <a:spcPts val="0"/>
              </a:spcAft>
              <a:defRPr/>
            </a:pPr>
            <a:r>
              <a:rPr lang="en-US" altLang="zh-CN" sz="4400" dirty="0">
                <a:latin typeface="+mn-lt"/>
                <a:ea typeface="宋体" panose="02010600030101010101" pitchFamily="2" charset="-122"/>
              </a:rPr>
              <a:t>Our contributions:</a:t>
            </a:r>
          </a:p>
          <a:p>
            <a:pPr marL="571500" indent="-571500" algn="just" defTabSz="1471613">
              <a:spcBef>
                <a:spcPct val="20000"/>
              </a:spcBef>
              <a:buFont typeface="Wingdings" panose="05000000000000000000" pitchFamily="2" charset="2"/>
              <a:buChar char="Ø"/>
              <a:defRPr/>
            </a:pPr>
            <a:r>
              <a:rPr lang="en-US" altLang="zh-CN" sz="4400" dirty="0">
                <a:latin typeface="+mn-lt"/>
                <a:ea typeface="MS PGothic" panose="020B0600070205080204" pitchFamily="34" charset="-128"/>
                <a:cs typeface="Arial"/>
              </a:rPr>
              <a:t>We propose an iterative filtering method that progressively learns from web data to improve the performance of CNN model.</a:t>
            </a:r>
          </a:p>
          <a:p>
            <a:pPr marL="571500" indent="-571500" algn="just" defTabSz="1471613">
              <a:spcBef>
                <a:spcPct val="20000"/>
              </a:spcBef>
              <a:buFont typeface="Wingdings" panose="05000000000000000000" pitchFamily="2" charset="2"/>
              <a:buChar char="Ø"/>
              <a:defRPr/>
            </a:pPr>
            <a:r>
              <a:rPr lang="en-US" altLang="zh-CN" sz="4400" dirty="0">
                <a:latin typeface="+mn-lt"/>
                <a:ea typeface="MS PGothic" panose="020B0600070205080204" pitchFamily="34" charset="-128"/>
                <a:cs typeface="Arial"/>
              </a:rPr>
              <a:t>Instead of hard label assignment, images are assigned with multiple labels, which increases the recall of web training data selection.</a:t>
            </a:r>
          </a:p>
          <a:p>
            <a:pPr marL="571500" indent="-571500" algn="just" defTabSz="1471613">
              <a:spcBef>
                <a:spcPct val="20000"/>
              </a:spcBef>
              <a:buFont typeface="Wingdings" panose="05000000000000000000" pitchFamily="2" charset="2"/>
              <a:buChar char="Ø"/>
              <a:defRPr/>
            </a:pPr>
            <a:r>
              <a:rPr lang="en-US" altLang="zh-CN" sz="4400" dirty="0">
                <a:latin typeface="+mn-lt"/>
                <a:ea typeface="MS PGothic" panose="020B0600070205080204" pitchFamily="34" charset="-128"/>
                <a:cs typeface="Arial"/>
              </a:rPr>
              <a:t>We have collected four web image datasets in correspondence to four public classification tasks. Extensive experiments demonstrate that our method yields competitive recognition accuracy against the state-of-the-art approaches.</a:t>
            </a:r>
          </a:p>
        </p:txBody>
      </p:sp>
      <p:sp>
        <p:nvSpPr>
          <p:cNvPr id="20" name="文本框 19"/>
          <p:cNvSpPr txBox="1"/>
          <p:nvPr/>
        </p:nvSpPr>
        <p:spPr>
          <a:xfrm>
            <a:off x="18394045" y="4246341"/>
            <a:ext cx="16341090" cy="1569660"/>
          </a:xfrm>
          <a:prstGeom prst="rect">
            <a:avLst/>
          </a:prstGeom>
          <a:noFill/>
        </p:spPr>
        <p:txBody>
          <a:bodyPr wrap="square" rtlCol="0">
            <a:spAutoFit/>
          </a:bodyPr>
          <a:lstStyle/>
          <a:p>
            <a:pPr algn="ctr"/>
            <a:r>
              <a:rPr lang="en-US" altLang="zh-CN" sz="9600" dirty="0">
                <a:solidFill>
                  <a:schemeClr val="bg1"/>
                </a:solidFill>
                <a:latin typeface="Arial Black" panose="020B0A04020102020204" charset="0"/>
                <a:ea typeface="思源黑体 CN Heavy" panose="020B0A00000000000000" charset="-122"/>
                <a:cs typeface="Arial Black" panose="020B0A04020102020204" charset="0"/>
              </a:rPr>
              <a:t>Method</a:t>
            </a:r>
            <a:endParaRPr lang="zh-CN" altLang="en-US" sz="9600" dirty="0">
              <a:solidFill>
                <a:schemeClr val="bg1"/>
              </a:solidFill>
              <a:latin typeface="Arial Black" panose="020B0A04020102020204" charset="0"/>
              <a:ea typeface="思源黑体 CN Heavy" panose="020B0A00000000000000" charset="-122"/>
              <a:cs typeface="Arial Black" panose="020B0A04020102020204" charset="0"/>
            </a:endParaRPr>
          </a:p>
        </p:txBody>
      </p:sp>
      <p:pic>
        <p:nvPicPr>
          <p:cNvPr id="8" name="图片 7">
            <a:extLst>
              <a:ext uri="{FF2B5EF4-FFF2-40B4-BE49-F238E27FC236}">
                <a16:creationId xmlns:a16="http://schemas.microsoft.com/office/drawing/2014/main" id="{B62085A6-9D67-4323-9E81-935595B971CA}"/>
              </a:ext>
            </a:extLst>
          </p:cNvPr>
          <p:cNvPicPr>
            <a:picLocks noChangeAspect="1"/>
          </p:cNvPicPr>
          <p:nvPr/>
        </p:nvPicPr>
        <p:blipFill>
          <a:blip r:embed="rId5"/>
          <a:stretch>
            <a:fillRect/>
          </a:stretch>
        </p:blipFill>
        <p:spPr>
          <a:xfrm>
            <a:off x="1336470" y="11378259"/>
            <a:ext cx="14615571" cy="11196967"/>
          </a:xfrm>
          <a:prstGeom prst="rect">
            <a:avLst/>
          </a:prstGeom>
        </p:spPr>
      </p:pic>
      <p:sp>
        <p:nvSpPr>
          <p:cNvPr id="47" name="文本框 46">
            <a:extLst>
              <a:ext uri="{FF2B5EF4-FFF2-40B4-BE49-F238E27FC236}">
                <a16:creationId xmlns:a16="http://schemas.microsoft.com/office/drawing/2014/main" id="{F646DCF5-865F-4714-BFFB-86DC7A27A5D6}"/>
              </a:ext>
            </a:extLst>
          </p:cNvPr>
          <p:cNvSpPr txBox="1"/>
          <p:nvPr/>
        </p:nvSpPr>
        <p:spPr>
          <a:xfrm>
            <a:off x="779833" y="23043555"/>
            <a:ext cx="15728845" cy="4832092"/>
          </a:xfrm>
          <a:prstGeom prst="rect">
            <a:avLst/>
          </a:prstGeom>
          <a:noFill/>
        </p:spPr>
        <p:txBody>
          <a:bodyPr wrap="square">
            <a:spAutoFit/>
          </a:bodyPr>
          <a:lstStyle/>
          <a:p>
            <a:pPr algn="just" eaLnBrk="1" fontAlgn="auto" hangingPunct="1">
              <a:spcBef>
                <a:spcPts val="0"/>
              </a:spcBef>
              <a:spcAft>
                <a:spcPts val="0"/>
              </a:spcAft>
              <a:defRPr/>
            </a:pPr>
            <a:r>
              <a:rPr lang="en-US" altLang="zh-CN" sz="4400" dirty="0">
                <a:latin typeface="+mn-lt"/>
                <a:ea typeface="宋体" panose="02010600030101010101" pitchFamily="2" charset="-122"/>
              </a:rPr>
              <a:t>Fig. 1. Examples of the Food-101 dataset (</a:t>
            </a:r>
            <a:r>
              <a:rPr lang="en-US" altLang="zh-CN" sz="4400" b="1" dirty="0">
                <a:latin typeface="+mn-lt"/>
                <a:ea typeface="宋体" panose="02010600030101010101" pitchFamily="2" charset="-122"/>
              </a:rPr>
              <a:t>left</a:t>
            </a:r>
            <a:r>
              <a:rPr lang="en-US" altLang="zh-CN" sz="4400" dirty="0">
                <a:latin typeface="+mn-lt"/>
                <a:ea typeface="宋体" panose="02010600030101010101" pitchFamily="2" charset="-122"/>
              </a:rPr>
              <a:t>) and noisy web data (</a:t>
            </a:r>
            <a:r>
              <a:rPr lang="en-US" altLang="zh-CN" sz="4400" b="1" dirty="0">
                <a:latin typeface="+mn-lt"/>
                <a:ea typeface="宋体" panose="02010600030101010101" pitchFamily="2" charset="-122"/>
              </a:rPr>
              <a:t>right</a:t>
            </a:r>
            <a:r>
              <a:rPr lang="en-US" altLang="zh-CN" sz="4400" dirty="0">
                <a:latin typeface="+mn-lt"/>
                <a:ea typeface="宋体" panose="02010600030101010101" pitchFamily="2" charset="-122"/>
              </a:rPr>
              <a:t>) from the classes </a:t>
            </a:r>
            <a:r>
              <a:rPr lang="en-US" altLang="zh-CN" sz="4400" i="1" dirty="0">
                <a:latin typeface="+mn-lt"/>
                <a:ea typeface="宋体" panose="02010600030101010101" pitchFamily="2" charset="-122"/>
              </a:rPr>
              <a:t>ice cream </a:t>
            </a:r>
            <a:r>
              <a:rPr lang="en-US" altLang="zh-CN" sz="4400" dirty="0">
                <a:latin typeface="+mn-lt"/>
                <a:ea typeface="宋体" panose="02010600030101010101" pitchFamily="2" charset="-122"/>
              </a:rPr>
              <a:t>and </a:t>
            </a:r>
            <a:r>
              <a:rPr lang="en-US" altLang="zh-CN" sz="4400" i="1" dirty="0">
                <a:latin typeface="+mn-lt"/>
                <a:ea typeface="宋体" panose="02010600030101010101" pitchFamily="2" charset="-122"/>
              </a:rPr>
              <a:t>frozen yogurt</a:t>
            </a:r>
            <a:r>
              <a:rPr lang="en-US" altLang="zh-CN" sz="4400" dirty="0">
                <a:latin typeface="+mn-lt"/>
                <a:ea typeface="宋体" panose="02010600030101010101" pitchFamily="2" charset="-122"/>
              </a:rPr>
              <a:t>. On the left are images from the public dataset, and the right shows the images collected from the web by searching with the category names, listed in the decreasing order of reliability. We observe that images in the two middle columns of the web images are ambiguous </a:t>
            </a:r>
            <a:r>
              <a:rPr lang="en-US" altLang="zh-CN" sz="4400" i="1" dirty="0" err="1">
                <a:latin typeface="+mn-lt"/>
                <a:ea typeface="宋体" panose="02010600030101010101" pitchFamily="2" charset="-122"/>
              </a:rPr>
              <a:t>w.r.t.</a:t>
            </a:r>
            <a:r>
              <a:rPr lang="en-US" altLang="zh-CN" sz="4400" dirty="0">
                <a:latin typeface="+mn-lt"/>
                <a:ea typeface="宋体" panose="02010600030101010101" pitchFamily="2" charset="-122"/>
              </a:rPr>
              <a:t> their categories, and those in the rightmost column are outliers.</a:t>
            </a:r>
          </a:p>
        </p:txBody>
      </p:sp>
      <p:pic>
        <p:nvPicPr>
          <p:cNvPr id="31" name="图片 30">
            <a:extLst>
              <a:ext uri="{FF2B5EF4-FFF2-40B4-BE49-F238E27FC236}">
                <a16:creationId xmlns:a16="http://schemas.microsoft.com/office/drawing/2014/main" id="{1F5D4B49-4838-4BBB-8C87-CFE0E796E1E5}"/>
              </a:ext>
            </a:extLst>
          </p:cNvPr>
          <p:cNvPicPr>
            <a:picLocks noChangeAspect="1"/>
          </p:cNvPicPr>
          <p:nvPr/>
        </p:nvPicPr>
        <p:blipFill>
          <a:blip r:embed="rId6"/>
          <a:stretch>
            <a:fillRect/>
          </a:stretch>
        </p:blipFill>
        <p:spPr>
          <a:xfrm>
            <a:off x="18230849" y="5974533"/>
            <a:ext cx="16479144" cy="6637433"/>
          </a:xfrm>
          <a:prstGeom prst="rect">
            <a:avLst/>
          </a:prstGeom>
        </p:spPr>
      </p:pic>
      <p:grpSp>
        <p:nvGrpSpPr>
          <p:cNvPr id="51" name="组合 50">
            <a:extLst>
              <a:ext uri="{FF2B5EF4-FFF2-40B4-BE49-F238E27FC236}">
                <a16:creationId xmlns:a16="http://schemas.microsoft.com/office/drawing/2014/main" id="{73ABCAD3-B04E-4F2E-802F-07F067665798}"/>
              </a:ext>
            </a:extLst>
          </p:cNvPr>
          <p:cNvGrpSpPr/>
          <p:nvPr/>
        </p:nvGrpSpPr>
        <p:grpSpPr>
          <a:xfrm>
            <a:off x="18147023" y="12815293"/>
            <a:ext cx="16976761" cy="24443242"/>
            <a:chOff x="18210211" y="12815293"/>
            <a:chExt cx="16976761" cy="24443242"/>
          </a:xfrm>
        </p:grpSpPr>
        <p:sp>
          <p:nvSpPr>
            <p:cNvPr id="59" name="文本框 58">
              <a:extLst>
                <a:ext uri="{FF2B5EF4-FFF2-40B4-BE49-F238E27FC236}">
                  <a16:creationId xmlns:a16="http://schemas.microsoft.com/office/drawing/2014/main" id="{2A87F3BD-7223-428D-BB9D-991F65809914}"/>
                </a:ext>
              </a:extLst>
            </p:cNvPr>
            <p:cNvSpPr txBox="1"/>
            <p:nvPr/>
          </p:nvSpPr>
          <p:spPr>
            <a:xfrm>
              <a:off x="18249241" y="30241229"/>
              <a:ext cx="16937731" cy="7017306"/>
            </a:xfrm>
            <a:prstGeom prst="rect">
              <a:avLst/>
            </a:prstGeom>
            <a:noFill/>
          </p:spPr>
          <p:txBody>
            <a:bodyPr wrap="square">
              <a:spAutoFit/>
            </a:bodyPr>
            <a:lstStyle/>
            <a:p>
              <a:pPr marL="742950" indent="-742950" algn="just" eaLnBrk="1" fontAlgn="auto" hangingPunct="1">
                <a:spcBef>
                  <a:spcPts val="0"/>
                </a:spcBef>
                <a:spcAft>
                  <a:spcPts val="0"/>
                </a:spcAft>
                <a:buAutoNum type="alphaUcPeriod"/>
                <a:defRPr/>
              </a:pPr>
              <a:r>
                <a:rPr lang="en-US" altLang="zh-CN" sz="4400" b="1" dirty="0">
                  <a:latin typeface="+mn-lt"/>
                  <a:ea typeface="宋体" panose="02010600030101010101" pitchFamily="2" charset="-122"/>
                </a:rPr>
                <a:t>Progressive Learning from Noisy Web Labels</a:t>
              </a:r>
            </a:p>
            <a:p>
              <a:pPr algn="just" eaLnBrk="1" fontAlgn="auto" hangingPunct="1">
                <a:spcBef>
                  <a:spcPts val="0"/>
                </a:spcBef>
                <a:spcAft>
                  <a:spcPts val="0"/>
                </a:spcAft>
                <a:defRPr/>
              </a:pPr>
              <a:r>
                <a:rPr lang="en-US" altLang="zh-CN" sz="4400" i="1" dirty="0">
                  <a:latin typeface="+mn-lt"/>
                  <a:ea typeface="宋体" panose="02010600030101010101" pitchFamily="2" charset="-122"/>
                </a:rPr>
                <a:t>Web data selection for CNN training: </a:t>
              </a:r>
              <a:r>
                <a:rPr lang="en-US" altLang="zh-CN" sz="4400" dirty="0">
                  <a:latin typeface="+mn-lt"/>
                  <a:ea typeface="宋体" panose="02010600030101010101" pitchFamily="2" charset="-122"/>
                </a:rPr>
                <a:t>We use a </a:t>
              </a:r>
              <a:r>
                <a:rPr lang="en-US" altLang="zh-CN" sz="4400" dirty="0" err="1">
                  <a:latin typeface="+mn-lt"/>
                  <a:ea typeface="宋体" panose="02010600030101010101" pitchFamily="2" charset="-122"/>
                </a:rPr>
                <a:t>softmax</a:t>
              </a:r>
              <a:r>
                <a:rPr lang="en-US" altLang="zh-CN" sz="4400" dirty="0">
                  <a:latin typeface="+mn-lt"/>
                  <a:ea typeface="宋体" panose="02010600030101010101" pitchFamily="2" charset="-122"/>
                </a:rPr>
                <a:t> function to generate the probability for each web image </a:t>
              </a:r>
              <a:r>
                <a:rPr lang="en-US" altLang="zh-CN" sz="4400" dirty="0" err="1">
                  <a:solidFill>
                    <a:schemeClr val="bg1"/>
                  </a:solidFill>
                  <a:latin typeface="+mn-lt"/>
                  <a:ea typeface="宋体" panose="02010600030101010101" pitchFamily="2" charset="-122"/>
                </a:rPr>
                <a:t>aaaa</a:t>
              </a:r>
              <a:r>
                <a:rPr lang="en-US" altLang="zh-CN" sz="4400" dirty="0">
                  <a:latin typeface="+mn-lt"/>
                  <a:ea typeface="宋体" panose="02010600030101010101" pitchFamily="2" charset="-122"/>
                </a:rPr>
                <a:t>:</a:t>
              </a:r>
            </a:p>
            <a:p>
              <a:pPr marL="742950" indent="-742950" algn="just" eaLnBrk="1" fontAlgn="auto" hangingPunct="1">
                <a:spcBef>
                  <a:spcPts val="1200"/>
                </a:spcBef>
                <a:spcAft>
                  <a:spcPts val="0"/>
                </a:spcAft>
                <a:buFont typeface="+mj-lt"/>
                <a:buAutoNum type="alphaUcPeriod" startAt="2"/>
                <a:defRPr/>
              </a:pPr>
              <a:r>
                <a:rPr lang="en-US" altLang="zh-CN" sz="4400" b="1" dirty="0">
                  <a:latin typeface="+mn-lt"/>
                  <a:ea typeface="宋体" panose="02010600030101010101" pitchFamily="2" charset="-122"/>
                </a:rPr>
                <a:t>One-to-Many Correction for Noisy Labels</a:t>
              </a:r>
            </a:p>
            <a:p>
              <a:pPr algn="just" eaLnBrk="1" fontAlgn="auto" hangingPunct="1">
                <a:spcBef>
                  <a:spcPts val="0"/>
                </a:spcBef>
                <a:spcAft>
                  <a:spcPts val="0"/>
                </a:spcAft>
                <a:defRPr/>
              </a:pPr>
              <a:r>
                <a:rPr lang="en-US" altLang="zh-CN" sz="4400" i="1" dirty="0">
                  <a:latin typeface="+mn-lt"/>
                  <a:ea typeface="宋体" panose="02010600030101010101" pitchFamily="2" charset="-122"/>
                </a:rPr>
                <a:t>One-to-many label assignment: </a:t>
              </a:r>
              <a:r>
                <a:rPr lang="en-US" altLang="zh-CN" sz="4400" dirty="0">
                  <a:latin typeface="+mn-lt"/>
                  <a:ea typeface="宋体" panose="02010600030101010101" pitchFamily="2" charset="-122"/>
                </a:rPr>
                <a:t>We </a:t>
              </a:r>
              <a:r>
                <a:rPr lang="en-US" altLang="zh-CN" sz="4400" dirty="0">
                  <a:ea typeface="宋体" panose="02010600030101010101" pitchFamily="2" charset="-122"/>
                </a:rPr>
                <a:t>replace</a:t>
              </a:r>
            </a:p>
            <a:p>
              <a:pPr algn="just" eaLnBrk="1" fontAlgn="auto" hangingPunct="1">
                <a:spcBef>
                  <a:spcPts val="0"/>
                </a:spcBef>
                <a:spcAft>
                  <a:spcPts val="0"/>
                </a:spcAft>
                <a:defRPr/>
              </a:pPr>
              <a:r>
                <a:rPr lang="en-US" altLang="zh-CN" sz="4400" dirty="0">
                  <a:latin typeface="+mn-lt"/>
                  <a:ea typeface="宋体" panose="02010600030101010101" pitchFamily="2" charset="-122"/>
                </a:rPr>
                <a:t>the one-to-one label assignment method</a:t>
              </a:r>
            </a:p>
            <a:p>
              <a:pPr algn="just" eaLnBrk="1" fontAlgn="auto" hangingPunct="1">
                <a:spcBef>
                  <a:spcPts val="0"/>
                </a:spcBef>
                <a:spcAft>
                  <a:spcPts val="0"/>
                </a:spcAft>
                <a:defRPr/>
              </a:pPr>
              <a:r>
                <a:rPr lang="en-US" altLang="zh-CN" sz="4400" dirty="0">
                  <a:latin typeface="+mn-lt"/>
                  <a:ea typeface="宋体" panose="02010600030101010101" pitchFamily="2" charset="-122"/>
                </a:rPr>
                <a:t>with one-to-many scheme:</a:t>
              </a:r>
            </a:p>
            <a:p>
              <a:pPr algn="just" eaLnBrk="1" fontAlgn="auto" hangingPunct="1">
                <a:spcBef>
                  <a:spcPts val="0"/>
                </a:spcBef>
                <a:spcAft>
                  <a:spcPts val="0"/>
                </a:spcAft>
                <a:defRPr/>
              </a:pPr>
              <a:endParaRPr lang="en-US" altLang="zh-CN" sz="4400" b="1" i="1" dirty="0">
                <a:latin typeface="+mn-lt"/>
                <a:ea typeface="宋体" panose="02010600030101010101" pitchFamily="2" charset="-122"/>
              </a:endParaRPr>
            </a:p>
            <a:p>
              <a:pPr algn="just" eaLnBrk="1" fontAlgn="auto" hangingPunct="1">
                <a:spcBef>
                  <a:spcPts val="0"/>
                </a:spcBef>
                <a:spcAft>
                  <a:spcPts val="0"/>
                </a:spcAft>
                <a:defRPr/>
              </a:pPr>
              <a:endParaRPr lang="en-US" altLang="zh-CN" sz="4400" b="1" i="1" dirty="0">
                <a:latin typeface="+mn-lt"/>
                <a:ea typeface="宋体" panose="02010600030101010101" pitchFamily="2" charset="-122"/>
              </a:endParaRPr>
            </a:p>
            <a:p>
              <a:pPr algn="just" eaLnBrk="1" fontAlgn="auto" hangingPunct="1">
                <a:spcBef>
                  <a:spcPts val="0"/>
                </a:spcBef>
                <a:spcAft>
                  <a:spcPts val="0"/>
                </a:spcAft>
                <a:defRPr/>
              </a:pPr>
              <a:endParaRPr lang="en-US" altLang="zh-CN" sz="4400" b="1" i="1" dirty="0">
                <a:latin typeface="+mn-lt"/>
                <a:ea typeface="宋体" panose="02010600030101010101" pitchFamily="2" charset="-122"/>
              </a:endParaRPr>
            </a:p>
          </p:txBody>
        </p:sp>
        <p:sp>
          <p:nvSpPr>
            <p:cNvPr id="30" name="文本框 29">
              <a:extLst>
                <a:ext uri="{FF2B5EF4-FFF2-40B4-BE49-F238E27FC236}">
                  <a16:creationId xmlns:a16="http://schemas.microsoft.com/office/drawing/2014/main" id="{58A5076E-2028-468D-89B7-23784A8B29A8}"/>
                </a:ext>
              </a:extLst>
            </p:cNvPr>
            <p:cNvSpPr txBox="1"/>
            <p:nvPr/>
          </p:nvSpPr>
          <p:spPr>
            <a:xfrm>
              <a:off x="18210211" y="12815293"/>
              <a:ext cx="16674523" cy="5509200"/>
            </a:xfrm>
            <a:prstGeom prst="rect">
              <a:avLst/>
            </a:prstGeom>
            <a:noFill/>
          </p:spPr>
          <p:txBody>
            <a:bodyPr wrap="square">
              <a:spAutoFit/>
            </a:bodyPr>
            <a:lstStyle/>
            <a:p>
              <a:pPr algn="just" eaLnBrk="1" fontAlgn="auto" hangingPunct="1">
                <a:spcBef>
                  <a:spcPts val="0"/>
                </a:spcBef>
                <a:spcAft>
                  <a:spcPts val="0"/>
                </a:spcAft>
                <a:defRPr/>
              </a:pPr>
              <a:r>
                <a:rPr lang="en-US" altLang="zh-CN" sz="4400" dirty="0">
                  <a:latin typeface="+mn-lt"/>
                  <a:ea typeface="宋体" panose="02010600030101010101" pitchFamily="2" charset="-122"/>
                </a:rPr>
                <a:t>Fig. 2. Pipeline of the proposed progressive learning method, which includes two major steps, namely data sampling and model updating. For data sampling, we </a:t>
              </a:r>
              <a:r>
                <a:rPr lang="en-US" altLang="zh-CN" sz="4400" dirty="0" err="1">
                  <a:latin typeface="+mn-lt"/>
                  <a:ea typeface="宋体" panose="02010600030101010101" pitchFamily="2" charset="-122"/>
                </a:rPr>
                <a:t>obtain</a:t>
              </a:r>
              <a:r>
                <a:rPr lang="en-US" altLang="zh-CN" sz="4400" dirty="0" err="1">
                  <a:solidFill>
                    <a:schemeClr val="bg1"/>
                  </a:solidFill>
                  <a:ea typeface="宋体" panose="02010600030101010101" pitchFamily="2" charset="-122"/>
                </a:rPr>
                <a:t>aaaaa</a:t>
              </a:r>
              <a:r>
                <a:rPr lang="en-US" altLang="zh-CN" sz="4400" dirty="0">
                  <a:latin typeface="+mn-lt"/>
                  <a:ea typeface="宋体" panose="02010600030101010101" pitchFamily="2" charset="-122"/>
                </a:rPr>
                <a:t>   , score matrix </a:t>
              </a:r>
              <a:r>
                <a:rPr lang="en-US" altLang="zh-CN" sz="4400" b="1" dirty="0">
                  <a:latin typeface="+mn-lt"/>
                  <a:ea typeface="宋体" panose="02010600030101010101" pitchFamily="2" charset="-122"/>
                </a:rPr>
                <a:t>S</a:t>
              </a:r>
              <a:r>
                <a:rPr lang="en-US" altLang="zh-CN" sz="4400" dirty="0">
                  <a:latin typeface="+mn-lt"/>
                  <a:ea typeface="宋体" panose="02010600030101010101" pitchFamily="2" charset="-122"/>
                </a:rPr>
                <a:t> and label matrix </a:t>
              </a:r>
              <a:r>
                <a:rPr lang="en-US" altLang="zh-CN" sz="4400" b="1" dirty="0">
                  <a:latin typeface="+mn-lt"/>
                  <a:ea typeface="宋体" panose="02010600030101010101" pitchFamily="2" charset="-122"/>
                </a:rPr>
                <a:t>R</a:t>
              </a:r>
              <a:r>
                <a:rPr lang="en-US" altLang="zh-CN" sz="4400" dirty="0">
                  <a:latin typeface="+mn-lt"/>
                  <a:ea typeface="宋体" panose="02010600030101010101" pitchFamily="2" charset="-122"/>
                </a:rPr>
                <a:t> of web data based on model </a:t>
              </a:r>
              <a:r>
                <a:rPr lang="en-US" altLang="zh-CN" sz="4400" dirty="0" err="1">
                  <a:solidFill>
                    <a:schemeClr val="bg1"/>
                  </a:solidFill>
                  <a:ea typeface="宋体" panose="02010600030101010101" pitchFamily="2" charset="-122"/>
                </a:rPr>
                <a:t>aaaaa</a:t>
              </a:r>
              <a:r>
                <a:rPr lang="en-US" altLang="zh-CN" sz="4400" dirty="0">
                  <a:solidFill>
                    <a:schemeClr val="bg1"/>
                  </a:solidFill>
                  <a:ea typeface="宋体" panose="02010600030101010101" pitchFamily="2" charset="-122"/>
                </a:rPr>
                <a:t>  </a:t>
              </a:r>
              <a:r>
                <a:rPr lang="en-US" altLang="zh-CN" sz="4400" dirty="0">
                  <a:latin typeface="+mn-lt"/>
                  <a:ea typeface="宋体" panose="02010600030101010101" pitchFamily="2" charset="-122"/>
                </a:rPr>
                <a:t>, and use such information to obtain the dataset </a:t>
              </a:r>
              <a:r>
                <a:rPr lang="en-US" altLang="zh-CN" sz="4400" dirty="0" err="1">
                  <a:solidFill>
                    <a:schemeClr val="bg1"/>
                  </a:solidFill>
                  <a:ea typeface="宋体" panose="02010600030101010101" pitchFamily="2" charset="-122"/>
                </a:rPr>
                <a:t>aaaa</a:t>
              </a:r>
              <a:r>
                <a:rPr lang="en-US" altLang="zh-CN" sz="4400" dirty="0">
                  <a:latin typeface="+mn-lt"/>
                  <a:ea typeface="宋体" panose="02010600030101010101" pitchFamily="2" charset="-122"/>
                </a:rPr>
                <a:t> through a sampling scheme. Here, one to one and one to many are two types of label sampling strategies. For model updating, model         is initialized with the parameters of </a:t>
              </a:r>
              <a:r>
                <a:rPr lang="en-US" altLang="zh-CN" sz="4400" dirty="0">
                  <a:solidFill>
                    <a:schemeClr val="bg1"/>
                  </a:solidFill>
                  <a:ea typeface="宋体" panose="02010600030101010101" pitchFamily="2" charset="-122"/>
                </a:rPr>
                <a:t>a   </a:t>
              </a:r>
              <a:r>
                <a:rPr lang="en-US" altLang="zh-CN" sz="4400" dirty="0" err="1">
                  <a:solidFill>
                    <a:schemeClr val="bg1"/>
                  </a:solidFill>
                  <a:ea typeface="宋体" panose="02010600030101010101" pitchFamily="2" charset="-122"/>
                </a:rPr>
                <a:t>aaa</a:t>
              </a:r>
              <a:r>
                <a:rPr lang="en-US" altLang="zh-CN" sz="4400" dirty="0">
                  <a:latin typeface="+mn-lt"/>
                  <a:ea typeface="宋体" panose="02010600030101010101" pitchFamily="2" charset="-122"/>
                </a:rPr>
                <a:t> and updated on the combined dataset </a:t>
              </a:r>
              <a:r>
                <a:rPr lang="en-US" altLang="zh-CN" sz="4400" dirty="0" err="1">
                  <a:solidFill>
                    <a:schemeClr val="bg1"/>
                  </a:solidFill>
                  <a:ea typeface="宋体" panose="02010600030101010101" pitchFamily="2" charset="-122"/>
                </a:rPr>
                <a:t>aaaa</a:t>
              </a:r>
              <a:r>
                <a:rPr lang="en-US" altLang="zh-CN" sz="4400" dirty="0">
                  <a:latin typeface="+mn-lt"/>
                  <a:ea typeface="宋体" panose="02010600030101010101" pitchFamily="2" charset="-122"/>
                </a:rPr>
                <a:t> in the </a:t>
              </a:r>
              <a:r>
                <a:rPr lang="en-US" altLang="zh-CN" sz="4400" i="1" dirty="0">
                  <a:latin typeface="+mn-lt"/>
                  <a:ea typeface="宋体" panose="02010600030101010101" pitchFamily="2" charset="-122"/>
                </a:rPr>
                <a:t>t</a:t>
              </a:r>
              <a:r>
                <a:rPr lang="en-US" altLang="zh-CN" sz="4400" dirty="0">
                  <a:latin typeface="+mn-lt"/>
                  <a:ea typeface="宋体" panose="02010600030101010101" pitchFamily="2" charset="-122"/>
                </a:rPr>
                <a:t>-</a:t>
              </a:r>
              <a:r>
                <a:rPr lang="en-US" altLang="zh-CN" sz="4400" dirty="0" err="1">
                  <a:latin typeface="+mn-lt"/>
                  <a:ea typeface="宋体" panose="02010600030101010101" pitchFamily="2" charset="-122"/>
                </a:rPr>
                <a:t>th</a:t>
              </a:r>
              <a:r>
                <a:rPr lang="en-US" altLang="zh-CN" sz="4400" dirty="0">
                  <a:latin typeface="+mn-lt"/>
                  <a:ea typeface="宋体" panose="02010600030101010101" pitchFamily="2" charset="-122"/>
                </a:rPr>
                <a:t> iteration.  </a:t>
              </a:r>
            </a:p>
          </p:txBody>
        </p:sp>
        <p:pic>
          <p:nvPicPr>
            <p:cNvPr id="34" name="图片 33">
              <a:extLst>
                <a:ext uri="{FF2B5EF4-FFF2-40B4-BE49-F238E27FC236}">
                  <a16:creationId xmlns:a16="http://schemas.microsoft.com/office/drawing/2014/main" id="{0474B535-A15E-4530-9442-C6DF60976FED}"/>
                </a:ext>
              </a:extLst>
            </p:cNvPr>
            <p:cNvPicPr>
              <a:picLocks noChangeAspect="1"/>
            </p:cNvPicPr>
            <p:nvPr/>
          </p:nvPicPr>
          <p:blipFill>
            <a:blip r:embed="rId7"/>
            <a:stretch>
              <a:fillRect/>
            </a:stretch>
          </p:blipFill>
          <p:spPr>
            <a:xfrm>
              <a:off x="25200297" y="14513239"/>
              <a:ext cx="1507788" cy="571232"/>
            </a:xfrm>
            <a:prstGeom prst="rect">
              <a:avLst/>
            </a:prstGeom>
          </p:spPr>
        </p:pic>
        <p:pic>
          <p:nvPicPr>
            <p:cNvPr id="35" name="图片 34">
              <a:extLst>
                <a:ext uri="{FF2B5EF4-FFF2-40B4-BE49-F238E27FC236}">
                  <a16:creationId xmlns:a16="http://schemas.microsoft.com/office/drawing/2014/main" id="{06B32089-2D56-4459-B4A2-BF01BC7A485B}"/>
                </a:ext>
              </a:extLst>
            </p:cNvPr>
            <p:cNvPicPr>
              <a:picLocks noChangeAspect="1"/>
            </p:cNvPicPr>
            <p:nvPr/>
          </p:nvPicPr>
          <p:blipFill>
            <a:blip r:embed="rId8"/>
            <a:stretch>
              <a:fillRect/>
            </a:stretch>
          </p:blipFill>
          <p:spPr>
            <a:xfrm>
              <a:off x="24988653" y="15231060"/>
              <a:ext cx="1390998" cy="470485"/>
            </a:xfrm>
            <a:prstGeom prst="rect">
              <a:avLst/>
            </a:prstGeom>
          </p:spPr>
        </p:pic>
        <p:pic>
          <p:nvPicPr>
            <p:cNvPr id="38" name="图片 37">
              <a:extLst>
                <a:ext uri="{FF2B5EF4-FFF2-40B4-BE49-F238E27FC236}">
                  <a16:creationId xmlns:a16="http://schemas.microsoft.com/office/drawing/2014/main" id="{1A7C029F-B51A-40C7-BE53-80C75E0E7AF8}"/>
                </a:ext>
              </a:extLst>
            </p:cNvPr>
            <p:cNvPicPr>
              <a:picLocks noChangeAspect="1"/>
            </p:cNvPicPr>
            <p:nvPr/>
          </p:nvPicPr>
          <p:blipFill>
            <a:blip r:embed="rId9"/>
            <a:stretch>
              <a:fillRect/>
            </a:stretch>
          </p:blipFill>
          <p:spPr>
            <a:xfrm>
              <a:off x="21023833" y="15819933"/>
              <a:ext cx="1109662" cy="538162"/>
            </a:xfrm>
            <a:prstGeom prst="rect">
              <a:avLst/>
            </a:prstGeom>
          </p:spPr>
        </p:pic>
        <p:pic>
          <p:nvPicPr>
            <p:cNvPr id="46" name="图片 45">
              <a:extLst>
                <a:ext uri="{FF2B5EF4-FFF2-40B4-BE49-F238E27FC236}">
                  <a16:creationId xmlns:a16="http://schemas.microsoft.com/office/drawing/2014/main" id="{AF99659F-107F-4272-A51E-91A7DD9F1E0D}"/>
                </a:ext>
              </a:extLst>
            </p:cNvPr>
            <p:cNvPicPr>
              <a:picLocks noChangeAspect="1"/>
            </p:cNvPicPr>
            <p:nvPr/>
          </p:nvPicPr>
          <p:blipFill>
            <a:blip r:embed="rId10"/>
            <a:stretch>
              <a:fillRect/>
            </a:stretch>
          </p:blipFill>
          <p:spPr>
            <a:xfrm>
              <a:off x="20006901" y="17213532"/>
              <a:ext cx="886123" cy="478225"/>
            </a:xfrm>
            <a:prstGeom prst="rect">
              <a:avLst/>
            </a:prstGeom>
          </p:spPr>
        </p:pic>
        <p:pic>
          <p:nvPicPr>
            <p:cNvPr id="55" name="图片 54">
              <a:extLst>
                <a:ext uri="{FF2B5EF4-FFF2-40B4-BE49-F238E27FC236}">
                  <a16:creationId xmlns:a16="http://schemas.microsoft.com/office/drawing/2014/main" id="{72D5A5B8-7FE0-47B5-AF4D-035041D97884}"/>
                </a:ext>
              </a:extLst>
            </p:cNvPr>
            <p:cNvPicPr>
              <a:picLocks noChangeAspect="1"/>
            </p:cNvPicPr>
            <p:nvPr/>
          </p:nvPicPr>
          <p:blipFill>
            <a:blip r:embed="rId8"/>
            <a:stretch>
              <a:fillRect/>
            </a:stretch>
          </p:blipFill>
          <p:spPr>
            <a:xfrm>
              <a:off x="29511957" y="17233803"/>
              <a:ext cx="1465584" cy="495712"/>
            </a:xfrm>
            <a:prstGeom prst="rect">
              <a:avLst/>
            </a:prstGeom>
          </p:spPr>
        </p:pic>
        <p:pic>
          <p:nvPicPr>
            <p:cNvPr id="56" name="图片 55">
              <a:extLst>
                <a:ext uri="{FF2B5EF4-FFF2-40B4-BE49-F238E27FC236}">
                  <a16:creationId xmlns:a16="http://schemas.microsoft.com/office/drawing/2014/main" id="{615CB74D-C637-482D-80E9-907FD416FEF0}"/>
                </a:ext>
              </a:extLst>
            </p:cNvPr>
            <p:cNvPicPr>
              <a:picLocks noChangeAspect="1"/>
            </p:cNvPicPr>
            <p:nvPr/>
          </p:nvPicPr>
          <p:blipFill>
            <a:blip r:embed="rId9"/>
            <a:stretch>
              <a:fillRect/>
            </a:stretch>
          </p:blipFill>
          <p:spPr>
            <a:xfrm>
              <a:off x="23370555" y="17821747"/>
              <a:ext cx="1109662" cy="538162"/>
            </a:xfrm>
            <a:prstGeom prst="rect">
              <a:avLst/>
            </a:prstGeom>
          </p:spPr>
        </p:pic>
      </p:grpSp>
      <p:pic>
        <p:nvPicPr>
          <p:cNvPr id="63" name="图片 62">
            <a:extLst>
              <a:ext uri="{FF2B5EF4-FFF2-40B4-BE49-F238E27FC236}">
                <a16:creationId xmlns:a16="http://schemas.microsoft.com/office/drawing/2014/main" id="{BA0120A1-5EFD-4EB9-97EF-61BE77FED71C}"/>
              </a:ext>
            </a:extLst>
          </p:cNvPr>
          <p:cNvPicPr>
            <a:picLocks noChangeAspect="1"/>
          </p:cNvPicPr>
          <p:nvPr/>
        </p:nvPicPr>
        <p:blipFill>
          <a:blip r:embed="rId11"/>
          <a:stretch>
            <a:fillRect/>
          </a:stretch>
        </p:blipFill>
        <p:spPr>
          <a:xfrm>
            <a:off x="18406616" y="18525632"/>
            <a:ext cx="16315948" cy="11510050"/>
          </a:xfrm>
          <a:prstGeom prst="rect">
            <a:avLst/>
          </a:prstGeom>
        </p:spPr>
      </p:pic>
      <p:pic>
        <p:nvPicPr>
          <p:cNvPr id="2048" name="图片 2047">
            <a:extLst>
              <a:ext uri="{FF2B5EF4-FFF2-40B4-BE49-F238E27FC236}">
                <a16:creationId xmlns:a16="http://schemas.microsoft.com/office/drawing/2014/main" id="{B029B2A1-C555-4465-8A4B-EF57C2AF30EA}"/>
              </a:ext>
            </a:extLst>
          </p:cNvPr>
          <p:cNvPicPr>
            <a:picLocks noChangeAspect="1"/>
          </p:cNvPicPr>
          <p:nvPr/>
        </p:nvPicPr>
        <p:blipFill>
          <a:blip r:embed="rId12"/>
          <a:stretch>
            <a:fillRect/>
          </a:stretch>
        </p:blipFill>
        <p:spPr>
          <a:xfrm>
            <a:off x="28562438" y="31825405"/>
            <a:ext cx="780591" cy="424101"/>
          </a:xfrm>
          <a:prstGeom prst="rect">
            <a:avLst/>
          </a:prstGeom>
        </p:spPr>
      </p:pic>
      <p:pic>
        <p:nvPicPr>
          <p:cNvPr id="74" name="图片 73">
            <a:extLst>
              <a:ext uri="{FF2B5EF4-FFF2-40B4-BE49-F238E27FC236}">
                <a16:creationId xmlns:a16="http://schemas.microsoft.com/office/drawing/2014/main" id="{ADD9F861-3FA8-46C7-B9C3-C1C5811974CA}"/>
              </a:ext>
            </a:extLst>
          </p:cNvPr>
          <p:cNvPicPr>
            <a:picLocks noChangeAspect="1"/>
          </p:cNvPicPr>
          <p:nvPr/>
        </p:nvPicPr>
        <p:blipFill>
          <a:blip r:embed="rId13"/>
          <a:stretch>
            <a:fillRect/>
          </a:stretch>
        </p:blipFill>
        <p:spPr>
          <a:xfrm>
            <a:off x="29881000" y="31530592"/>
            <a:ext cx="5242784" cy="1311942"/>
          </a:xfrm>
          <a:prstGeom prst="rect">
            <a:avLst/>
          </a:prstGeom>
        </p:spPr>
      </p:pic>
      <p:pic>
        <p:nvPicPr>
          <p:cNvPr id="2058" name="图片 2057">
            <a:extLst>
              <a:ext uri="{FF2B5EF4-FFF2-40B4-BE49-F238E27FC236}">
                <a16:creationId xmlns:a16="http://schemas.microsoft.com/office/drawing/2014/main" id="{5CD806BC-40A6-4B4F-9B8F-C90A83D96383}"/>
              </a:ext>
            </a:extLst>
          </p:cNvPr>
          <p:cNvPicPr>
            <a:picLocks noChangeAspect="1"/>
          </p:cNvPicPr>
          <p:nvPr/>
        </p:nvPicPr>
        <p:blipFill>
          <a:blip r:embed="rId14"/>
          <a:stretch>
            <a:fillRect/>
          </a:stretch>
        </p:blipFill>
        <p:spPr>
          <a:xfrm>
            <a:off x="28080617" y="33193557"/>
            <a:ext cx="7016307" cy="1914200"/>
          </a:xfrm>
          <a:prstGeom prst="rect">
            <a:avLst/>
          </a:prstGeom>
        </p:spPr>
      </p:pic>
      <p:pic>
        <p:nvPicPr>
          <p:cNvPr id="7" name="图片 6">
            <a:extLst>
              <a:ext uri="{FF2B5EF4-FFF2-40B4-BE49-F238E27FC236}">
                <a16:creationId xmlns:a16="http://schemas.microsoft.com/office/drawing/2014/main" id="{4A06D2BB-EA4B-4794-BB59-202A1ED32953}"/>
              </a:ext>
            </a:extLst>
          </p:cNvPr>
          <p:cNvPicPr>
            <a:picLocks noChangeAspect="1"/>
          </p:cNvPicPr>
          <p:nvPr/>
        </p:nvPicPr>
        <p:blipFill>
          <a:blip r:embed="rId15"/>
          <a:stretch>
            <a:fillRect/>
          </a:stretch>
        </p:blipFill>
        <p:spPr>
          <a:xfrm>
            <a:off x="36289529" y="17359343"/>
            <a:ext cx="13764009" cy="13241926"/>
          </a:xfrm>
          <a:prstGeom prst="rect">
            <a:avLst/>
          </a:prstGeom>
        </p:spPr>
      </p:pic>
      <p:pic>
        <p:nvPicPr>
          <p:cNvPr id="9" name="图片 8">
            <a:extLst>
              <a:ext uri="{FF2B5EF4-FFF2-40B4-BE49-F238E27FC236}">
                <a16:creationId xmlns:a16="http://schemas.microsoft.com/office/drawing/2014/main" id="{CF19431D-08C0-48FB-87F9-D31569BC1372}"/>
              </a:ext>
            </a:extLst>
          </p:cNvPr>
          <p:cNvPicPr>
            <a:picLocks noChangeAspect="1"/>
          </p:cNvPicPr>
          <p:nvPr/>
        </p:nvPicPr>
        <p:blipFill>
          <a:blip r:embed="rId16"/>
          <a:stretch>
            <a:fillRect/>
          </a:stretch>
        </p:blipFill>
        <p:spPr>
          <a:xfrm>
            <a:off x="36289529" y="31362807"/>
            <a:ext cx="13860194" cy="4135006"/>
          </a:xfrm>
          <a:prstGeom prst="rect">
            <a:avLst/>
          </a:prstGeom>
        </p:spPr>
      </p:pic>
      <p:pic>
        <p:nvPicPr>
          <p:cNvPr id="42" name="Picture 2" descr="C:\Users\sxx\Desktop\3_副本.png">
            <a:extLst>
              <a:ext uri="{FF2B5EF4-FFF2-40B4-BE49-F238E27FC236}">
                <a16:creationId xmlns:a16="http://schemas.microsoft.com/office/drawing/2014/main" id="{2A36B515-3E17-4C4F-9741-4F8BF03382B5}"/>
              </a:ext>
            </a:extLst>
          </p:cNvPr>
          <p:cNvPicPr>
            <a:picLocks noChangeAspect="1" noChangeArrowheads="1"/>
          </p:cNvPicPr>
          <p:nvPr/>
        </p:nvPicPr>
        <p:blipFill rotWithShape="1">
          <a:blip r:embed="rId17" cstate="print">
            <a:extLst>
              <a:ext uri="{28A0092B-C50C-407E-A947-70E740481C1C}">
                <a14:useLocalDpi xmlns:a14="http://schemas.microsoft.com/office/drawing/2010/main" val="0"/>
              </a:ext>
            </a:extLst>
          </a:blip>
          <a:srcRect r="63480"/>
          <a:stretch/>
        </p:blipFill>
        <p:spPr bwMode="auto">
          <a:xfrm>
            <a:off x="46047003" y="305529"/>
            <a:ext cx="1907822" cy="1885954"/>
          </a:xfrm>
          <a:prstGeom prst="rect">
            <a:avLst/>
          </a:prstGeom>
          <a:noFill/>
          <a:extLst>
            <a:ext uri="{909E8E84-426E-40DD-AFC4-6F175D3DCCD1}">
              <a14:hiddenFill xmlns:a14="http://schemas.microsoft.com/office/drawing/2010/main">
                <a:solidFill>
                  <a:srgbClr val="FFFFFF"/>
                </a:solidFill>
              </a14:hiddenFill>
            </a:ext>
          </a:extLst>
        </p:spPr>
      </p:pic>
      <p:pic>
        <p:nvPicPr>
          <p:cNvPr id="43" name="图片 42">
            <a:extLst>
              <a:ext uri="{FF2B5EF4-FFF2-40B4-BE49-F238E27FC236}">
                <a16:creationId xmlns:a16="http://schemas.microsoft.com/office/drawing/2014/main" id="{2B3AF04A-BDAF-4E90-A81F-462D0F9C4B03}"/>
              </a:ext>
            </a:extLst>
          </p:cNvPr>
          <p:cNvPicPr>
            <a:picLocks noChangeAspect="1"/>
          </p:cNvPicPr>
          <p:nvPr/>
        </p:nvPicPr>
        <p:blipFill>
          <a:blip r:embed="rId18"/>
          <a:stretch>
            <a:fillRect/>
          </a:stretch>
        </p:blipFill>
        <p:spPr>
          <a:xfrm>
            <a:off x="48081870" y="306201"/>
            <a:ext cx="1889179" cy="1889179"/>
          </a:xfrm>
          <a:prstGeom prst="rect">
            <a:avLst/>
          </a:prstGeom>
        </p:spPr>
      </p:pic>
      <p:pic>
        <p:nvPicPr>
          <p:cNvPr id="12" name="图片 11">
            <a:extLst>
              <a:ext uri="{FF2B5EF4-FFF2-40B4-BE49-F238E27FC236}">
                <a16:creationId xmlns:a16="http://schemas.microsoft.com/office/drawing/2014/main" id="{C0E36875-C100-4216-BDB0-F02DE5B76381}"/>
              </a:ext>
            </a:extLst>
          </p:cNvPr>
          <p:cNvPicPr>
            <a:picLocks noChangeAspect="1"/>
          </p:cNvPicPr>
          <p:nvPr/>
        </p:nvPicPr>
        <p:blipFill rotWithShape="1">
          <a:blip r:embed="rId19"/>
          <a:srcRect t="17257" b="31980"/>
          <a:stretch/>
        </p:blipFill>
        <p:spPr>
          <a:xfrm>
            <a:off x="46271748" y="2291817"/>
            <a:ext cx="3683053" cy="1248061"/>
          </a:xfrm>
          <a:prstGeom prst="rect">
            <a:avLst/>
          </a:prstGeom>
        </p:spPr>
      </p:pic>
      <p:sp>
        <p:nvSpPr>
          <p:cNvPr id="49" name="文本框 48">
            <a:extLst>
              <a:ext uri="{FF2B5EF4-FFF2-40B4-BE49-F238E27FC236}">
                <a16:creationId xmlns:a16="http://schemas.microsoft.com/office/drawing/2014/main" id="{1ECBD13C-2BE2-442D-8067-0B92A2F4A58A}"/>
              </a:ext>
            </a:extLst>
          </p:cNvPr>
          <p:cNvSpPr txBox="1"/>
          <p:nvPr/>
        </p:nvSpPr>
        <p:spPr>
          <a:xfrm>
            <a:off x="36289529" y="6240408"/>
            <a:ext cx="12750403" cy="769441"/>
          </a:xfrm>
          <a:prstGeom prst="rect">
            <a:avLst/>
          </a:prstGeom>
          <a:noFill/>
        </p:spPr>
        <p:txBody>
          <a:bodyPr wrap="square">
            <a:spAutoFit/>
          </a:bodyPr>
          <a:lstStyle/>
          <a:p>
            <a:pPr algn="just" eaLnBrk="1" fontAlgn="auto" hangingPunct="1">
              <a:spcBef>
                <a:spcPts val="0"/>
              </a:spcBef>
              <a:spcAft>
                <a:spcPts val="0"/>
              </a:spcAft>
              <a:defRPr/>
            </a:pPr>
            <a:r>
              <a:rPr lang="en-US" altLang="zh-CN" sz="4400" dirty="0">
                <a:latin typeface="+mn-lt"/>
                <a:ea typeface="宋体" panose="02010600030101010101" pitchFamily="2" charset="-122"/>
              </a:rPr>
              <a:t>Classification accuracies (Acc) of different iterations.</a:t>
            </a:r>
          </a:p>
        </p:txBody>
      </p:sp>
      <p:sp>
        <p:nvSpPr>
          <p:cNvPr id="53" name="文本框 52">
            <a:extLst>
              <a:ext uri="{FF2B5EF4-FFF2-40B4-BE49-F238E27FC236}">
                <a16:creationId xmlns:a16="http://schemas.microsoft.com/office/drawing/2014/main" id="{3B60B57F-D34A-4E6D-A672-9D3C510CC210}"/>
              </a:ext>
            </a:extLst>
          </p:cNvPr>
          <p:cNvSpPr txBox="1"/>
          <p:nvPr/>
        </p:nvSpPr>
        <p:spPr>
          <a:xfrm>
            <a:off x="36289529" y="16631717"/>
            <a:ext cx="13301632" cy="769441"/>
          </a:xfrm>
          <a:prstGeom prst="rect">
            <a:avLst/>
          </a:prstGeom>
          <a:noFill/>
        </p:spPr>
        <p:txBody>
          <a:bodyPr wrap="square">
            <a:spAutoFit/>
          </a:bodyPr>
          <a:lstStyle/>
          <a:p>
            <a:pPr algn="just" eaLnBrk="1" fontAlgn="auto" hangingPunct="1">
              <a:spcBef>
                <a:spcPts val="0"/>
              </a:spcBef>
              <a:spcAft>
                <a:spcPts val="0"/>
              </a:spcAft>
              <a:defRPr/>
            </a:pPr>
            <a:r>
              <a:rPr lang="en-US" altLang="zh-CN" sz="4400" dirty="0">
                <a:latin typeface="+mn-lt"/>
                <a:ea typeface="宋体" panose="02010600030101010101" pitchFamily="2" charset="-122"/>
              </a:rPr>
              <a:t>Accuracies (%) on four datasets with different methods.</a:t>
            </a:r>
          </a:p>
        </p:txBody>
      </p:sp>
      <p:sp>
        <p:nvSpPr>
          <p:cNvPr id="54" name="文本框 53">
            <a:extLst>
              <a:ext uri="{FF2B5EF4-FFF2-40B4-BE49-F238E27FC236}">
                <a16:creationId xmlns:a16="http://schemas.microsoft.com/office/drawing/2014/main" id="{7BDFF2BF-7CBE-4849-819F-98A9BE170A86}"/>
              </a:ext>
            </a:extLst>
          </p:cNvPr>
          <p:cNvSpPr txBox="1"/>
          <p:nvPr/>
        </p:nvSpPr>
        <p:spPr>
          <a:xfrm>
            <a:off x="36289529" y="30697999"/>
            <a:ext cx="14167479" cy="769441"/>
          </a:xfrm>
          <a:prstGeom prst="rect">
            <a:avLst/>
          </a:prstGeom>
          <a:noFill/>
        </p:spPr>
        <p:txBody>
          <a:bodyPr wrap="square">
            <a:spAutoFit/>
          </a:bodyPr>
          <a:lstStyle/>
          <a:p>
            <a:pPr algn="just" eaLnBrk="1" fontAlgn="auto" hangingPunct="1">
              <a:spcBef>
                <a:spcPts val="0"/>
              </a:spcBef>
              <a:spcAft>
                <a:spcPts val="0"/>
              </a:spcAft>
              <a:defRPr/>
            </a:pPr>
            <a:r>
              <a:rPr lang="en-US" altLang="zh-CN" sz="4400" dirty="0">
                <a:latin typeface="+mn-lt"/>
                <a:ea typeface="宋体" panose="02010600030101010101" pitchFamily="2" charset="-122"/>
              </a:rPr>
              <a:t>Comparison with state-of-the-art methods on four datasets.</a:t>
            </a:r>
          </a:p>
        </p:txBody>
      </p:sp>
      <p:sp>
        <p:nvSpPr>
          <p:cNvPr id="2" name="文本框 1"/>
          <p:cNvSpPr txBox="1"/>
          <p:nvPr/>
        </p:nvSpPr>
        <p:spPr>
          <a:xfrm>
            <a:off x="36289529" y="13535373"/>
            <a:ext cx="12770268" cy="1446550"/>
          </a:xfrm>
          <a:prstGeom prst="rect">
            <a:avLst/>
          </a:prstGeom>
          <a:noFill/>
        </p:spPr>
        <p:txBody>
          <a:bodyPr wrap="square">
            <a:spAutoFit/>
          </a:bodyPr>
          <a:lstStyle/>
          <a:p>
            <a:pPr algn="just" eaLnBrk="1" fontAlgn="auto" hangingPunct="1">
              <a:spcBef>
                <a:spcPts val="0"/>
              </a:spcBef>
              <a:spcAft>
                <a:spcPts val="0"/>
              </a:spcAft>
              <a:defRPr/>
            </a:pPr>
            <a:r>
              <a:rPr lang="en-US" altLang="zh-CN" sz="4400" dirty="0">
                <a:latin typeface="+mn-lt"/>
                <a:ea typeface="宋体" panose="02010600030101010101" pitchFamily="2" charset="-122"/>
              </a:rPr>
              <a:t>Performance on different scales of clean training set on  STANFORD DOGS.</a:t>
            </a:r>
          </a:p>
        </p:txBody>
      </p:sp>
      <p:pic>
        <p:nvPicPr>
          <p:cNvPr id="27" name="图片 26">
            <a:extLst>
              <a:ext uri="{FF2B5EF4-FFF2-40B4-BE49-F238E27FC236}">
                <a16:creationId xmlns:a16="http://schemas.microsoft.com/office/drawing/2014/main" id="{E901D39E-AD85-4C5B-A92A-36D71666A40B}"/>
              </a:ext>
            </a:extLst>
          </p:cNvPr>
          <p:cNvPicPr>
            <a:picLocks noChangeAspect="1"/>
          </p:cNvPicPr>
          <p:nvPr/>
        </p:nvPicPr>
        <p:blipFill>
          <a:blip r:embed="rId20"/>
          <a:stretch>
            <a:fillRect/>
          </a:stretch>
        </p:blipFill>
        <p:spPr>
          <a:xfrm>
            <a:off x="36289529" y="14916456"/>
            <a:ext cx="14358447" cy="1554091"/>
          </a:xfrm>
          <a:prstGeom prst="rect">
            <a:avLst/>
          </a:prstGeom>
        </p:spPr>
      </p:pic>
      <p:pic>
        <p:nvPicPr>
          <p:cNvPr id="32" name="图片 31">
            <a:extLst>
              <a:ext uri="{FF2B5EF4-FFF2-40B4-BE49-F238E27FC236}">
                <a16:creationId xmlns:a16="http://schemas.microsoft.com/office/drawing/2014/main" id="{FBC8D52D-FC4E-43E8-B3B5-83C802492575}"/>
              </a:ext>
            </a:extLst>
          </p:cNvPr>
          <p:cNvPicPr>
            <a:picLocks noChangeAspect="1"/>
          </p:cNvPicPr>
          <p:nvPr/>
        </p:nvPicPr>
        <p:blipFill>
          <a:blip r:embed="rId21"/>
          <a:stretch>
            <a:fillRect/>
          </a:stretch>
        </p:blipFill>
        <p:spPr>
          <a:xfrm>
            <a:off x="36289529" y="7117611"/>
            <a:ext cx="9934575" cy="6124575"/>
          </a:xfrm>
          <a:prstGeom prst="rect">
            <a:avLst/>
          </a:prstGeom>
        </p:spPr>
      </p:pic>
      <p:pic>
        <p:nvPicPr>
          <p:cNvPr id="29" name="图片 28">
            <a:extLst>
              <a:ext uri="{FF2B5EF4-FFF2-40B4-BE49-F238E27FC236}">
                <a16:creationId xmlns:a16="http://schemas.microsoft.com/office/drawing/2014/main" id="{3534B4C1-4DB4-4B6A-8EC6-9BE45F2F7003}"/>
              </a:ext>
            </a:extLst>
          </p:cNvPr>
          <p:cNvPicPr>
            <a:picLocks noChangeAspect="1"/>
          </p:cNvPicPr>
          <p:nvPr/>
        </p:nvPicPr>
        <p:blipFill rotWithShape="1">
          <a:blip r:embed="rId22"/>
          <a:srcRect r="1361"/>
          <a:stretch/>
        </p:blipFill>
        <p:spPr>
          <a:xfrm>
            <a:off x="46010609" y="8422805"/>
            <a:ext cx="4824536" cy="2637980"/>
          </a:xfrm>
          <a:prstGeom prst="rect">
            <a:avLst/>
          </a:prstGeom>
        </p:spPr>
      </p:pic>
      <p:pic>
        <p:nvPicPr>
          <p:cNvPr id="57" name="图片 56" descr="图层 6">
            <a:extLst>
              <a:ext uri="{FF2B5EF4-FFF2-40B4-BE49-F238E27FC236}">
                <a16:creationId xmlns:a16="http://schemas.microsoft.com/office/drawing/2014/main" id="{EA4B4F2A-DD2F-40E9-87C7-AE0547455FCA}"/>
              </a:ext>
            </a:extLst>
          </p:cNvPr>
          <p:cNvPicPr>
            <a:picLocks noChangeAspect="1"/>
          </p:cNvPicPr>
          <p:nvPr/>
        </p:nvPicPr>
        <p:blipFill>
          <a:blip r:embed="rId23"/>
          <a:stretch>
            <a:fillRect/>
          </a:stretch>
        </p:blipFill>
        <p:spPr>
          <a:xfrm>
            <a:off x="45320425" y="11519149"/>
            <a:ext cx="5514720" cy="1907174"/>
          </a:xfrm>
          <a:prstGeom prst="rect">
            <a:avLst/>
          </a:prstGeom>
        </p:spPr>
      </p:pic>
      <p:sp>
        <p:nvSpPr>
          <p:cNvPr id="64" name="文本框 63">
            <a:extLst>
              <a:ext uri="{FF2B5EF4-FFF2-40B4-BE49-F238E27FC236}">
                <a16:creationId xmlns:a16="http://schemas.microsoft.com/office/drawing/2014/main" id="{01788BD5-9A52-4117-BC0C-DAD6E293B7A6}"/>
              </a:ext>
            </a:extLst>
          </p:cNvPr>
          <p:cNvSpPr txBox="1"/>
          <p:nvPr/>
        </p:nvSpPr>
        <p:spPr>
          <a:xfrm>
            <a:off x="46697334" y="7621491"/>
            <a:ext cx="8333601" cy="769441"/>
          </a:xfrm>
          <a:prstGeom prst="rect">
            <a:avLst/>
          </a:prstGeom>
          <a:noFill/>
        </p:spPr>
        <p:txBody>
          <a:bodyPr wrap="square">
            <a:spAutoFit/>
          </a:bodyPr>
          <a:lstStyle/>
          <a:p>
            <a:pPr algn="just" eaLnBrk="1" fontAlgn="auto" hangingPunct="1">
              <a:spcBef>
                <a:spcPts val="0"/>
              </a:spcBef>
              <a:spcAft>
                <a:spcPts val="0"/>
              </a:spcAft>
              <a:defRPr/>
            </a:pPr>
            <a:r>
              <a:rPr lang="en-US" altLang="zh-CN" sz="4400" dirty="0">
                <a:latin typeface="+mn-lt"/>
                <a:ea typeface="宋体" panose="02010600030101010101" pitchFamily="2" charset="-122"/>
              </a:rPr>
              <a:t>Ablation study.</a:t>
            </a:r>
          </a:p>
        </p:txBody>
      </p:sp>
      <p:sp>
        <p:nvSpPr>
          <p:cNvPr id="50" name="文本框 49">
            <a:extLst>
              <a:ext uri="{FF2B5EF4-FFF2-40B4-BE49-F238E27FC236}">
                <a16:creationId xmlns:a16="http://schemas.microsoft.com/office/drawing/2014/main" id="{578B1FC5-3196-4E70-B056-05B40F68A3BD}"/>
              </a:ext>
            </a:extLst>
          </p:cNvPr>
          <p:cNvSpPr txBox="1"/>
          <p:nvPr/>
        </p:nvSpPr>
        <p:spPr>
          <a:xfrm>
            <a:off x="779833" y="7909900"/>
            <a:ext cx="15728845" cy="3477875"/>
          </a:xfrm>
          <a:prstGeom prst="rect">
            <a:avLst/>
          </a:prstGeom>
          <a:noFill/>
        </p:spPr>
        <p:txBody>
          <a:bodyPr wrap="square">
            <a:spAutoFit/>
          </a:bodyPr>
          <a:lstStyle/>
          <a:p>
            <a:pPr algn="just" eaLnBrk="1" fontAlgn="auto" hangingPunct="1">
              <a:spcBef>
                <a:spcPts val="0"/>
              </a:spcBef>
              <a:spcAft>
                <a:spcPts val="0"/>
              </a:spcAft>
              <a:defRPr/>
            </a:pPr>
            <a:r>
              <a:rPr lang="en-US" altLang="zh-CN" sz="4400" dirty="0">
                <a:latin typeface="+mn-lt"/>
                <a:ea typeface="宋体" panose="02010600030101010101" pitchFamily="2" charset="-122"/>
              </a:rPr>
              <a:t>Leveraging the abundant number of web data is a promising strategy in addressing the problem of data lacking when training convolutional neural networks (CNNs). However, web images often contain incorrect tags, which may compromise the learned CNN model.</a:t>
            </a:r>
          </a:p>
        </p:txBody>
      </p:sp>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624</TotalTime>
  <Words>475</Words>
  <Application>Microsoft Office PowerPoint</Application>
  <PresentationFormat>自定义</PresentationFormat>
  <Paragraphs>29</Paragraphs>
  <Slides>1</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vt:i4>
      </vt:variant>
    </vt:vector>
  </HeadingPairs>
  <TitlesOfParts>
    <vt:vector size="8" baseType="lpstr">
      <vt:lpstr>等线</vt:lpstr>
      <vt:lpstr>Arial</vt:lpstr>
      <vt:lpstr>Arial Black</vt:lpstr>
      <vt:lpstr>Calibri</vt:lpstr>
      <vt:lpstr>Calibri Light</vt:lpstr>
      <vt:lpstr>Wingdings</vt:lpstr>
      <vt:lpstr>Office 主题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zhangying</dc:creator>
  <cp:lastModifiedBy>小平 伍</cp:lastModifiedBy>
  <cp:revision>220</cp:revision>
  <dcterms:created xsi:type="dcterms:W3CDTF">2015-05-29T01:12:00Z</dcterms:created>
  <dcterms:modified xsi:type="dcterms:W3CDTF">2019-04-08T15:46:13Z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2052-11.1.0.8415</vt:lpwstr>
  </property>
</Properties>
</file>